
<file path=[Content_Types].xml><?xml version="1.0" encoding="utf-8"?>
<Types xmlns="http://schemas.openxmlformats.org/package/2006/content-types">
  <Override PartName="/_rels/.rels" ContentType="application/vnd.openxmlformats-package.relationships+xml"/>
  <Override PartName="/docProps/app.xml" ContentType="application/vnd.openxmlformats-officedocument.extended-properties+xml"/>
  <Override PartName="/docProps/core.xml" ContentType="application/vnd.openxmlformats-package.core-properties+xml"/>
  <Override PartName="/ppt/_rels/presentation.xml.rels" ContentType="application/vnd.openxmlformats-package.relationships+xml"/>
  <Override PartName="/ppt/notesSlides/_rels/notesSlide29.xml.rels" ContentType="application/vnd.openxmlformats-package.relationships+xml"/>
  <Override PartName="/ppt/notesSlides/_rels/notesSlide27.xml.rels" ContentType="application/vnd.openxmlformats-package.relationships+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media/image6.png" ContentType="image/png"/>
  <Override PartName="/ppt/media/image5.png" ContentType="image/png"/>
  <Override PartName="/ppt/media/image4.png" ContentType="image/png"/>
  <Override PartName="/ppt/media/image3.png" ContentType="image/png"/>
  <Override PartName="/ppt/media/image1.png" ContentType="image/png"/>
  <Override PartName="/ppt/media/image2.png" ContentType="image/png"/>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1.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presentation.xml" ContentType="application/vnd.openxmlformats-officedocument.presentationml.presentation.main+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slideLayouts/_rels/slideLayout95.xml.rels" ContentType="application/vnd.openxmlformats-package.relationships+xml"/>
  <Override PartName="/ppt/slideLayouts/_rels/slideLayout89.xml.rels" ContentType="application/vnd.openxmlformats-package.relationships+xml"/>
  <Override PartName="/ppt/slideLayouts/_rels/slideLayout88.xml.rels" ContentType="application/vnd.openxmlformats-package.relationships+xml"/>
  <Override PartName="/ppt/slideLayouts/_rels/slideLayout82.xml.rels" ContentType="application/vnd.openxmlformats-package.relationships+xml"/>
  <Override PartName="/ppt/slideLayouts/_rels/slideLayout79.xml.rels" ContentType="application/vnd.openxmlformats-package.relationships+xml"/>
  <Override PartName="/ppt/slideLayouts/_rels/slideLayout85.xml.rels" ContentType="application/vnd.openxmlformats-package.relationships+xml"/>
  <Override PartName="/ppt/slideLayouts/_rels/slideLayout36.xml.rels" ContentType="application/vnd.openxmlformats-package.relationships+xml"/>
  <Override PartName="/ppt/slideLayouts/_rels/slideLayout84.xml.rels" ContentType="application/vnd.openxmlformats-package.relationships+xml"/>
  <Override PartName="/ppt/slideLayouts/_rels/slideLayout35.xml.rels" ContentType="application/vnd.openxmlformats-package.relationships+xml"/>
  <Override PartName="/ppt/slideLayouts/_rels/slideLayout83.xml.rels" ContentType="application/vnd.openxmlformats-package.relationships+xml"/>
  <Override PartName="/ppt/slideLayouts/_rels/slideLayout34.xml.rels" ContentType="application/vnd.openxmlformats-package.relationships+xml"/>
  <Override PartName="/ppt/slideLayouts/_rels/slideLayout33.xml.rels" ContentType="application/vnd.openxmlformats-package.relationships+xml"/>
  <Override PartName="/ppt/slideLayouts/_rels/slideLayout10.xml.rels" ContentType="application/vnd.openxmlformats-package.relationships+xml"/>
  <Override PartName="/ppt/slideLayouts/_rels/slideLayout81.xml.rels" ContentType="application/vnd.openxmlformats-package.relationships+xml"/>
  <Override PartName="/ppt/slideLayouts/_rels/slideLayout32.xml.rels" ContentType="application/vnd.openxmlformats-package.relationships+xml"/>
  <Override PartName="/ppt/slideLayouts/_rels/slideLayout27.xml.rels" ContentType="application/vnd.openxmlformats-package.relationships+xml"/>
  <Override PartName="/ppt/slideLayouts/_rels/slideLayout80.xml.rels" ContentType="application/vnd.openxmlformats-package.relationships+xml"/>
  <Override PartName="/ppt/slideLayouts/_rels/slideLayout31.xml.rels" ContentType="application/vnd.openxmlformats-package.relationships+xml"/>
  <Override PartName="/ppt/slideLayouts/_rels/slideLayout29.xml.rels" ContentType="application/vnd.openxmlformats-package.relationships+xml"/>
  <Override PartName="/ppt/slideLayouts/_rels/slideLayout78.xml.rels" ContentType="application/vnd.openxmlformats-package.relationships+xml"/>
  <Override PartName="/ppt/slideLayouts/_rels/slideLayout30.xml.rels" ContentType="application/vnd.openxmlformats-package.relationships+xml"/>
  <Override PartName="/ppt/slideLayouts/_rels/slideLayout28.xml.rels" ContentType="application/vnd.openxmlformats-package.relationships+xml"/>
  <Override PartName="/ppt/slideLayouts/_rels/slideLayout77.xml.rels" ContentType="application/vnd.openxmlformats-package.relationships+xml"/>
  <Override PartName="/ppt/slideLayouts/_rels/slideLayout39.xml.rels" ContentType="application/vnd.openxmlformats-package.relationships+xml"/>
  <Override PartName="/ppt/slideLayouts/_rels/slideLayout3.xml.rels" ContentType="application/vnd.openxmlformats-package.relationships+xml"/>
  <Override PartName="/ppt/slideLayouts/_rels/slideLayout96.xml.rels" ContentType="application/vnd.openxmlformats-package.relationships+xml"/>
  <Override PartName="/ppt/slideLayouts/_rels/slideLayout4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9.xml.rels" ContentType="application/vnd.openxmlformats-package.relationships+xml"/>
  <Override PartName="/ppt/slideLayouts/_rels/slideLayout14.xml.rels" ContentType="application/vnd.openxmlformats-package.relationships+xml"/>
  <Override PartName="/ppt/slideLayouts/_rels/slideLayout2.xml.rels" ContentType="application/vnd.openxmlformats-package.relationships+xml"/>
  <Override PartName="/ppt/slideLayouts/_rels/slideLayout46.xml.rels" ContentType="application/vnd.openxmlformats-package.relationships+xml"/>
  <Override PartName="/ppt/slideLayouts/_rels/slideLayout4.xml.rels" ContentType="application/vnd.openxmlformats-package.relationships+xml"/>
  <Override PartName="/ppt/slideLayouts/_rels/slideLayout48.xml.rels" ContentType="application/vnd.openxmlformats-package.relationships+xml"/>
  <Override PartName="/ppt/slideLayouts/_rels/slideLayout59.xml.rels" ContentType="application/vnd.openxmlformats-package.relationships+xml"/>
  <Override PartName="/ppt/slideLayouts/_rels/slideLayout1.xml.rels" ContentType="application/vnd.openxmlformats-package.relationships+xml"/>
  <Override PartName="/ppt/slideLayouts/_rels/slideLayout60.xml.rels" ContentType="application/vnd.openxmlformats-package.relationships+xml"/>
  <Override PartName="/ppt/slideLayouts/_rels/slideLayout11.xml.rels" ContentType="application/vnd.openxmlformats-package.relationships+xml"/>
  <Override PartName="/ppt/slideLayouts/_rels/slideLayout58.xml.rels" ContentType="application/vnd.openxmlformats-package.relationships+xml"/>
  <Override PartName="/ppt/slideLayouts/_rels/slideLayout20.xml.rels" ContentType="application/vnd.openxmlformats-package.relationships+xml"/>
  <Override PartName="/ppt/slideLayouts/_rels/slideLayout7.xml.rels" ContentType="application/vnd.openxmlformats-package.relationships+xml"/>
  <Override PartName="/ppt/slideLayouts/_rels/slideLayout86.xml.rels" ContentType="application/vnd.openxmlformats-package.relationships+xml"/>
  <Override PartName="/ppt/slideLayouts/_rels/slideLayout37.xml.rels" ContentType="application/vnd.openxmlformats-package.relationships+xml"/>
  <Override PartName="/ppt/slideLayouts/_rels/slideLayout87.xml.rels" ContentType="application/vnd.openxmlformats-package.relationships+xml"/>
  <Override PartName="/ppt/slideLayouts/_rels/slideLayout38.xml.rels" ContentType="application/vnd.openxmlformats-package.relationships+xml"/>
  <Override PartName="/ppt/slideLayouts/_rels/slideLayout40.xml.rels" ContentType="application/vnd.openxmlformats-package.relationships+xml"/>
  <Override PartName="/ppt/slideLayouts/_rels/slideLayout90.xml.rels" ContentType="application/vnd.openxmlformats-package.relationships+xml"/>
  <Override PartName="/ppt/slideLayouts/_rels/slideLayout41.xml.rels" ContentType="application/vnd.openxmlformats-package.relationships+xml"/>
  <Override PartName="/ppt/slideLayouts/_rels/slideLayout91.xml.rels" ContentType="application/vnd.openxmlformats-package.relationships+xml"/>
  <Override PartName="/ppt/slideLayouts/_rels/slideLayout42.xml.rels" ContentType="application/vnd.openxmlformats-package.relationships+xml"/>
  <Override PartName="/ppt/slideLayouts/_rels/slideLayout8.xml.rels" ContentType="application/vnd.openxmlformats-package.relationships+xml"/>
  <Override PartName="/ppt/slideLayouts/_rels/slideLayout21.xml.rels" ContentType="application/vnd.openxmlformats-package.relationships+xml"/>
  <Override PartName="/ppt/slideLayouts/_rels/slideLayout70.xml.rels" ContentType="application/vnd.openxmlformats-package.relationships+xml"/>
  <Override PartName="/ppt/slideLayouts/_rels/slideLayout92.xml.rels" ContentType="application/vnd.openxmlformats-package.relationships+xml"/>
  <Override PartName="/ppt/slideLayouts/_rels/slideLayout43.xml.rels" ContentType="application/vnd.openxmlformats-package.relationships+xml"/>
  <Override PartName="/ppt/slideLayouts/_rels/slideLayout9.xml.rels" ContentType="application/vnd.openxmlformats-package.relationships+xml"/>
  <Override PartName="/ppt/slideLayouts/_rels/slideLayout22.xml.rels" ContentType="application/vnd.openxmlformats-package.relationships+xml"/>
  <Override PartName="/ppt/slideLayouts/_rels/slideLayout71.xml.rels" ContentType="application/vnd.openxmlformats-package.relationships+xml"/>
  <Override PartName="/ppt/slideLayouts/_rels/slideLayout93.xml.rels" ContentType="application/vnd.openxmlformats-package.relationships+xml"/>
  <Override PartName="/ppt/slideLayouts/_rels/slideLayout44.xml.rels" ContentType="application/vnd.openxmlformats-package.relationships+xml"/>
  <Override PartName="/ppt/slideLayouts/_rels/slideLayout23.xml.rels" ContentType="application/vnd.openxmlformats-package.relationships+xml"/>
  <Override PartName="/ppt/slideLayouts/_rels/slideLayout72.xml.rels" ContentType="application/vnd.openxmlformats-package.relationships+xml"/>
  <Override PartName="/ppt/slideLayouts/_rels/slideLayout94.xml.rels" ContentType="application/vnd.openxmlformats-package.relationships+xml"/>
  <Override PartName="/ppt/slideLayouts/_rels/slideLayout45.xml.rels" ContentType="application/vnd.openxmlformats-package.relationships+xml"/>
  <Override PartName="/ppt/slideLayouts/_rels/slideLayout24.xml.rels" ContentType="application/vnd.openxmlformats-package.relationships+xml"/>
  <Override PartName="/ppt/slideLayouts/_rels/slideLayout73.xml.rels" ContentType="application/vnd.openxmlformats-package.relationships+xml"/>
  <Override PartName="/ppt/slideLayouts/_rels/slideLayout50.xml.rels" ContentType="application/vnd.openxmlformats-package.relationships+xml"/>
  <Override PartName="/ppt/slideLayouts/_rels/slideLayout69.xml.rels" ContentType="application/vnd.openxmlformats-package.relationships+xml"/>
  <Override PartName="/ppt/slideLayouts/_rels/slideLayout51.xml.rels" ContentType="application/vnd.openxmlformats-package.relationships+xml"/>
  <Override PartName="/ppt/slideLayouts/_rels/slideLayout52.xml.rels" ContentType="application/vnd.openxmlformats-package.relationships+xml"/>
  <Override PartName="/ppt/slideLayouts/_rels/slideLayout53.xml.rels" ContentType="application/vnd.openxmlformats-package.relationships+xml"/>
  <Override PartName="/ppt/slideLayouts/_rels/slideLayout54.xml.rels" ContentType="application/vnd.openxmlformats-package.relationships+xml"/>
  <Override PartName="/ppt/slideLayouts/_rels/slideLayout55.xml.rels" ContentType="application/vnd.openxmlformats-package.relationships+xml"/>
  <Override PartName="/ppt/slideLayouts/_rels/slideLayout56.xml.rels" ContentType="application/vnd.openxmlformats-package.relationships+xml"/>
  <Override PartName="/ppt/slideLayouts/_rels/slideLayout57.xml.rels" ContentType="application/vnd.openxmlformats-package.relationships+xml"/>
  <Override PartName="/ppt/slideLayouts/_rels/slideLayout12.xml.rels" ContentType="application/vnd.openxmlformats-package.relationships+xml"/>
  <Override PartName="/ppt/slideLayouts/_rels/slideLayout61.xml.rels" ContentType="application/vnd.openxmlformats-package.relationships+xml"/>
  <Override PartName="/ppt/slideLayouts/_rels/slideLayout13.xml.rels" ContentType="application/vnd.openxmlformats-package.relationships+xml"/>
  <Override PartName="/ppt/slideLayouts/_rels/slideLayout62.xml.rels" ContentType="application/vnd.openxmlformats-package.relationships+xml"/>
  <Override PartName="/ppt/slideLayouts/_rels/slideLayout63.xml.rels" ContentType="application/vnd.openxmlformats-package.relationships+xml"/>
  <Override PartName="/ppt/slideLayouts/_rels/slideLayout15.xml.rels" ContentType="application/vnd.openxmlformats-package.relationships+xml"/>
  <Override PartName="/ppt/slideLayouts/_rels/slideLayout64.xml.rels" ContentType="application/vnd.openxmlformats-package.relationships+xml"/>
  <Override PartName="/ppt/slideLayouts/_rels/slideLayout16.xml.rels" ContentType="application/vnd.openxmlformats-package.relationships+xml"/>
  <Override PartName="/ppt/slideLayouts/_rels/slideLayout65.xml.rels" ContentType="application/vnd.openxmlformats-package.relationships+xml"/>
  <Override PartName="/ppt/slideLayouts/_rels/slideLayout17.xml.rels" ContentType="application/vnd.openxmlformats-package.relationships+xml"/>
  <Override PartName="/ppt/slideLayouts/_rels/slideLayout66.xml.rels" ContentType="application/vnd.openxmlformats-package.relationships+xml"/>
  <Override PartName="/ppt/slideLayouts/_rels/slideLayout18.xml.rels" ContentType="application/vnd.openxmlformats-package.relationships+xml"/>
  <Override PartName="/ppt/slideLayouts/_rels/slideLayout67.xml.rels" ContentType="application/vnd.openxmlformats-package.relationships+xml"/>
  <Override PartName="/ppt/slideLayouts/_rels/slideLayout19.xml.rels" ContentType="application/vnd.openxmlformats-package.relationships+xml"/>
  <Override PartName="/ppt/slideLayouts/_rels/slideLayout68.xml.rels" ContentType="application/vnd.openxmlformats-package.relationships+xml"/>
  <Override PartName="/ppt/slideLayouts/_rels/slideLayout25.xml.rels" ContentType="application/vnd.openxmlformats-package.relationships+xml"/>
  <Override PartName="/ppt/slideLayouts/_rels/slideLayout74.xml.rels" ContentType="application/vnd.openxmlformats-package.relationships+xml"/>
  <Override PartName="/ppt/slideLayouts/_rels/slideLayout26.xml.rels" ContentType="application/vnd.openxmlformats-package.relationships+xml"/>
  <Override PartName="/ppt/slideLayouts/_rels/slideLayout75.xml.rels" ContentType="application/vnd.openxmlformats-package.relationships+xml"/>
  <Override PartName="/ppt/slideLayouts/_rels/slideLayout76.xml.rels" ContentType="application/vnd.openxmlformats-package.relationships+xml"/>
  <Override PartName="/ppt/slideLayouts/slideLayout96.xml" ContentType="application/vnd.openxmlformats-officedocument.presentationml.slideLayout+xml"/>
  <Override PartName="/ppt/slideLayouts/slideLayout95.xml" ContentType="application/vnd.openxmlformats-officedocument.presentationml.slideLayout+xml"/>
  <Override PartName="/ppt/slideLayouts/slideLayout94.xml" ContentType="application/vnd.openxmlformats-officedocument.presentationml.slideLayout+xml"/>
  <Override PartName="/ppt/slideLayouts/slideLayout93.xml" ContentType="application/vnd.openxmlformats-officedocument.presentationml.slideLayout+xml"/>
  <Override PartName="/ppt/slideLayouts/slideLayout92.xml" ContentType="application/vnd.openxmlformats-officedocument.presentationml.slideLayout+xml"/>
  <Override PartName="/ppt/slideLayouts/slideLayout91.xml" ContentType="application/vnd.openxmlformats-officedocument.presentationml.slideLayout+xml"/>
  <Override PartName="/ppt/slideLayouts/slideLayout90.xml" ContentType="application/vnd.openxmlformats-officedocument.presentationml.slideLayout+xml"/>
  <Override PartName="/ppt/slideLayouts/slideLayout89.xml" ContentType="application/vnd.openxmlformats-officedocument.presentationml.slideLayout+xml"/>
  <Override PartName="/ppt/slideLayouts/slideLayout88.xml" ContentType="application/vnd.openxmlformats-officedocument.presentationml.slideLayout+xml"/>
  <Override PartName="/ppt/slideLayouts/slideLayout87.xml" ContentType="application/vnd.openxmlformats-officedocument.presentationml.slideLayout+xml"/>
  <Override PartName="/ppt/slideLayouts/slideLayout86.xml" ContentType="application/vnd.openxmlformats-officedocument.presentationml.slideLayout+xml"/>
  <Override PartName="/ppt/slideLayouts/slideLayout85.xml" ContentType="application/vnd.openxmlformats-officedocument.presentationml.slideLayout+xml"/>
  <Override PartName="/ppt/slideLayouts/slideLayout84.xml" ContentType="application/vnd.openxmlformats-officedocument.presentationml.slideLayout+xml"/>
  <Override PartName="/ppt/slideLayouts/slideLayout83.xml" ContentType="application/vnd.openxmlformats-officedocument.presentationml.slideLayout+xml"/>
  <Override PartName="/ppt/slideLayouts/slideLayout82.xml" ContentType="application/vnd.openxmlformats-officedocument.presentationml.slideLayout+xml"/>
  <Override PartName="/ppt/slideLayouts/slideLayout81.xml" ContentType="application/vnd.openxmlformats-officedocument.presentationml.slideLayout+xml"/>
  <Override PartName="/ppt/slideLayouts/slideLayout80.xml" ContentType="application/vnd.openxmlformats-officedocument.presentationml.slideLayout+xml"/>
  <Override PartName="/ppt/slideLayouts/slideLayout79.xml" ContentType="application/vnd.openxmlformats-officedocument.presentationml.slideLayout+xml"/>
  <Override PartName="/ppt/slideLayouts/slideLayout42.xml" ContentType="application/vnd.openxmlformats-officedocument.presentationml.slideLayout+xml"/>
  <Override PartName="/ppt/slideLayouts/slideLayout67.xml" ContentType="application/vnd.openxmlformats-officedocument.presentationml.slideLayout+xml"/>
  <Override PartName="/ppt/slideLayouts/slideLayout41.xml" ContentType="application/vnd.openxmlformats-officedocument.presentationml.slideLayout+xml"/>
  <Override PartName="/ppt/slideLayouts/slideLayout66.xml" ContentType="application/vnd.openxmlformats-officedocument.presentationml.slideLayout+xml"/>
  <Override PartName="/ppt/slideLayouts/slideLayout40.xml" ContentType="application/vnd.openxmlformats-officedocument.presentationml.slideLayout+xml"/>
  <Override PartName="/ppt/slideLayouts/slideLayout65.xml" ContentType="application/vnd.openxmlformats-officedocument.presentationml.slideLayout+xml"/>
  <Override PartName="/ppt/slideLayouts/slideLayout64.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7.xml" ContentType="application/vnd.openxmlformats-officedocument.presentationml.slideLayout+xml"/>
  <Override PartName="/ppt/slideLayouts/slideLayout43.xml" ContentType="application/vnd.openxmlformats-officedocument.presentationml.slideLayout+xml"/>
  <Override PartName="/ppt/slideLayouts/slideLayout68.xml" ContentType="application/vnd.openxmlformats-officedocument.presentationml.slideLayout+xml"/>
  <Override PartName="/ppt/slideLayouts/slideLayout8.xml" ContentType="application/vnd.openxmlformats-officedocument.presentationml.slideLayout+xml"/>
  <Override PartName="/ppt/slideLayouts/slideLayout44.xml" ContentType="application/vnd.openxmlformats-officedocument.presentationml.slideLayout+xml"/>
  <Override PartName="/ppt/slideLayouts/slideLayout69.xml" ContentType="application/vnd.openxmlformats-officedocument.presentationml.slideLayout+xml"/>
  <Override PartName="/ppt/slideLayouts/slideLayout9.xml" ContentType="application/vnd.openxmlformats-officedocument.presentationml.slideLayout+xml"/>
  <Override PartName="/ppt/slideLayouts/slideLayout20.xml" ContentType="application/vnd.openxmlformats-officedocument.presentationml.slideLayout+xml"/>
  <Override PartName="/ppt/slideLayouts/slideLayout45.xml" ContentType="application/vnd.openxmlformats-officedocument.presentationml.slideLayout+xml"/>
  <Override PartName="/ppt/slideLayouts/slideLayout36.xml" ContentType="application/vnd.openxmlformats-officedocument.presentationml.slideLayout+xml"/>
  <Override PartName="/ppt/slideLayouts/slideLayout11.xml" ContentType="application/vnd.openxmlformats-officedocument.presentationml.slideLayout+xml"/>
  <Override PartName="/ppt/slideLayouts/slideLayout35.xml" ContentType="application/vnd.openxmlformats-officedocument.presentationml.slideLayout+xml"/>
  <Override PartName="/ppt/slideLayouts/slideLayout10.xml" ContentType="application/vnd.openxmlformats-officedocument.presentationml.slideLayout+xml"/>
  <Override PartName="/ppt/slideLayouts/slideLayout34.xml" ContentType="application/vnd.openxmlformats-officedocument.presentationml.slideLayout+xml"/>
  <Override PartName="/ppt/slideLayouts/slideLayout59.xml" ContentType="application/vnd.openxmlformats-officedocument.presentationml.slideLayout+xml"/>
  <Override PartName="/ppt/slideLayouts/slideLayout33.xml" ContentType="application/vnd.openxmlformats-officedocument.presentationml.slideLayout+xml"/>
  <Override PartName="/ppt/slideLayouts/slideLayout58.xml" ContentType="application/vnd.openxmlformats-officedocument.presentationml.slideLayout+xml"/>
  <Override PartName="/ppt/slideLayouts/slideLayout32.xml" ContentType="application/vnd.openxmlformats-officedocument.presentationml.slideLayout+xml"/>
  <Override PartName="/ppt/slideLayouts/slideLayout57.xml" ContentType="application/vnd.openxmlformats-officedocument.presentationml.slideLayout+xml"/>
  <Override PartName="/ppt/slideLayouts/slideLayout31.xml" ContentType="application/vnd.openxmlformats-officedocument.presentationml.slideLayout+xml"/>
  <Override PartName="/ppt/slideLayouts/slideLayout56.xml" ContentType="application/vnd.openxmlformats-officedocument.presentationml.slideLayout+xml"/>
  <Override PartName="/ppt/slideLayouts/slideLayout30.xml" ContentType="application/vnd.openxmlformats-officedocument.presentationml.slideLayout+xml"/>
  <Override PartName="/ppt/slideLayouts/slideLayout55.xml" ContentType="application/vnd.openxmlformats-officedocument.presentationml.slideLayout+xml"/>
  <Override PartName="/ppt/slideLayouts/slideLayout29.xml" ContentType="application/vnd.openxmlformats-officedocument.presentationml.slideLayout+xml"/>
  <Override PartName="/ppt/slideLayouts/slideLayout28.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49.xml" ContentType="application/vnd.openxmlformats-officedocument.presentationml.slideLayout+xml"/>
  <Override PartName="/ppt/slideLayouts/slideLayout23.xml" ContentType="application/vnd.openxmlformats-officedocument.presentationml.slideLayout+xml"/>
  <Override PartName="/ppt/slideLayouts/slideLayout48.xml" ContentType="application/vnd.openxmlformats-officedocument.presentationml.slideLayout+xml"/>
  <Override PartName="/ppt/slideLayouts/slideLayout22.xml" ContentType="application/vnd.openxmlformats-officedocument.presentationml.slideLayout+xml"/>
  <Override PartName="/ppt/slideLayouts/slideLayout47.xml" ContentType="application/vnd.openxmlformats-officedocument.presentationml.slideLayout+xml"/>
  <Override PartName="/ppt/slideLayouts/slideLayout21.xml" ContentType="application/vnd.openxmlformats-officedocument.presentationml.slideLayout+xml"/>
  <Override PartName="/ppt/slideLayouts/slideLayout46.xml" ContentType="application/vnd.openxmlformats-officedocument.presentationml.slideLayout+xml"/>
  <Override PartName="/ppt/slideLayouts/slideLayout6.xml" ContentType="application/vnd.openxmlformats-officedocument.presentationml.slideLayout+xml"/>
  <Override PartName="/ppt/slideLayouts/slideLayout19.xml" ContentType="application/vnd.openxmlformats-officedocument.presentationml.slideLayout+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4.xml" ContentType="application/vnd.openxmlformats-officedocument.presentationml.slideLayout+xml"/>
  <Override PartName="/ppt/slideLayouts/slideLayout17.xml" ContentType="application/vnd.openxmlformats-officedocument.presentationml.slideLayout+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12.xml" ContentType="application/vnd.openxmlformats-officedocument.presentationml.slideLayout+xml"/>
  <Override PartName="/ppt/slideLayouts/slideLayout37.xml" ContentType="application/vnd.openxmlformats-officedocument.presentationml.slideLayout+xml"/>
  <Override PartName="/ppt/slideLayouts/slideLayout13.xml" ContentType="application/vnd.openxmlformats-officedocument.presentationml.slideLayout+xml"/>
  <Override PartName="/ppt/slideLayouts/slideLayout38.xml" ContentType="application/vnd.openxmlformats-officedocument.presentationml.slideLayout+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39.xml" ContentType="application/vnd.openxmlformats-officedocument.presentationml.slideLayout+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50.xml" ContentType="application/vnd.openxmlformats-officedocument.presentationml.slideLayout+xml"/>
  <Override PartName="/ppt/slideLayouts/slideLayout75.xml" ContentType="application/vnd.openxmlformats-officedocument.presentationml.slideLayout+xml"/>
  <Override PartName="/ppt/slideLayouts/slideLayout51.xml" ContentType="application/vnd.openxmlformats-officedocument.presentationml.slideLayout+xml"/>
  <Override PartName="/ppt/slideLayouts/slideLayout76.xml" ContentType="application/vnd.openxmlformats-officedocument.presentationml.slideLayout+xml"/>
  <Override PartName="/ppt/slideLayouts/slideLayout52.xml" ContentType="application/vnd.openxmlformats-officedocument.presentationml.slideLayout+xml"/>
  <Override PartName="/ppt/slideLayouts/slideLayout77.xml" ContentType="application/vnd.openxmlformats-officedocument.presentationml.slideLayout+xml"/>
  <Override PartName="/ppt/slideLayouts/slideLayout53.xml" ContentType="application/vnd.openxmlformats-officedocument.presentationml.slideLayout+xml"/>
  <Override PartName="/ppt/slideLayouts/slideLayout78.xml" ContentType="application/vnd.openxmlformats-officedocument.presentationml.slideLayout+xml"/>
  <Override PartName="/ppt/slideLayouts/slideLayout54.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51.xml" ContentType="application/vnd.openxmlformats-officedocument.presentationml.slide+xml"/>
  <Override PartName="/ppt/slides/slide50.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8.xml" ContentType="application/vnd.openxmlformats-officedocument.presentationml.slide+xml"/>
  <Override PartName="/ppt/slides/slide13.xml" ContentType="application/vnd.openxmlformats-officedocument.presentationml.slide+xml"/>
  <Override PartName="/ppt/slides/slide37.xml" ContentType="application/vnd.openxmlformats-officedocument.presentationml.slide+xml"/>
  <Override PartName="/ppt/slides/slide12.xml" ContentType="application/vnd.openxmlformats-officedocument.presentationml.slide+xml"/>
  <Override PartName="/ppt/slides/slide45.xml" ContentType="application/vnd.openxmlformats-officedocument.presentationml.slide+xml"/>
  <Override PartName="/ppt/slides/slide20.xml" ContentType="application/vnd.openxmlformats-officedocument.presentationml.slide+xml"/>
  <Override PartName="/ppt/slides/slide46.xml" ContentType="application/vnd.openxmlformats-officedocument.presentationml.slide+xml"/>
  <Override PartName="/ppt/slides/slide21.xml" ContentType="application/vnd.openxmlformats-officedocument.presentationml.slide+xml"/>
  <Override PartName="/ppt/slides/slide47.xml" ContentType="application/vnd.openxmlformats-officedocument.presentationml.slide+xml"/>
  <Override PartName="/ppt/slides/slide22.xml" ContentType="application/vnd.openxmlformats-officedocument.presentationml.slide+xml"/>
  <Override PartName="/ppt/slides/slide48.xml" ContentType="application/vnd.openxmlformats-officedocument.presentationml.slide+xml"/>
  <Override PartName="/ppt/slides/slide23.xml" ContentType="application/vnd.openxmlformats-officedocument.presentationml.slide+xml"/>
  <Override PartName="/ppt/slides/slide49.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10.xml" ContentType="application/vnd.openxmlformats-officedocument.presentationml.slide+xml"/>
  <Override PartName="/ppt/slides/slide35.xml" ContentType="application/vnd.openxmlformats-officedocument.presentationml.slide+xml"/>
  <Override PartName="/ppt/slides/slide11.xml" ContentType="application/vnd.openxmlformats-officedocument.presentationml.slide+xml"/>
  <Override PartName="/ppt/slides/slide36.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9.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3.xml" ContentType="application/vnd.openxmlformats-officedocument.presentationml.slide+xml"/>
  <Override PartName="/ppt/slides/_rels/slide51.xml.rels" ContentType="application/vnd.openxmlformats-package.relationships+xml"/>
  <Override PartName="/ppt/slides/_rels/slide50.xml.rels" ContentType="application/vnd.openxmlformats-package.relationships+xml"/>
  <Override PartName="/ppt/slides/_rels/slide49.xml.rels" ContentType="application/vnd.openxmlformats-package.relationships+xml"/>
  <Override PartName="/ppt/slides/_rels/slide48.xml.rels" ContentType="application/vnd.openxmlformats-package.relationships+xml"/>
  <Override PartName="/ppt/slides/_rels/slide44.xml.rels" ContentType="application/vnd.openxmlformats-package.relationships+xml"/>
  <Override PartName="/ppt/slides/_rels/slide43.xml.rels" ContentType="application/vnd.openxmlformats-package.relationships+xml"/>
  <Override PartName="/ppt/slides/_rels/slide42.xml.rels" ContentType="application/vnd.openxmlformats-package.relationships+xml"/>
  <Override PartName="/ppt/slides/_rels/slide41.xml.rels" ContentType="application/vnd.openxmlformats-package.relationships+xml"/>
  <Override PartName="/ppt/slides/_rels/slide40.xml.rels" ContentType="application/vnd.openxmlformats-package.relationships+xml"/>
  <Override PartName="/ppt/slides/_rels/slide39.xml.rels" ContentType="application/vnd.openxmlformats-package.relationships+xml"/>
  <Override PartName="/ppt/slides/_rels/slide38.xml.rels" ContentType="application/vnd.openxmlformats-package.relationships+xml"/>
  <Override PartName="/ppt/slides/_rels/slide37.xml.rels" ContentType="application/vnd.openxmlformats-package.relationships+xml"/>
  <Override PartName="/ppt/slides/_rels/slide16.xml.rels" ContentType="application/vnd.openxmlformats-package.relationships+xml"/>
  <Override PartName="/ppt/slides/_rels/slide15.xml.rels" ContentType="application/vnd.openxmlformats-package.relationships+xml"/>
  <Override PartName="/ppt/slides/_rels/slide14.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2.xml.rels" ContentType="application/vnd.openxmlformats-package.relationships+xml"/>
  <Override PartName="/ppt/slides/_rels/slide34.xml.rels" ContentType="application/vnd.openxmlformats-package.relationships+xml"/>
  <Override PartName="/ppt/slides/_rels/slide9.xml.rels" ContentType="application/vnd.openxmlformats-package.relationships+xml"/>
  <Override PartName="/ppt/slides/_rels/slide1.xml.rels" ContentType="application/vnd.openxmlformats-package.relationships+xml"/>
  <Override PartName="/ppt/slides/_rels/slide33.xml.rels" ContentType="application/vnd.openxmlformats-package.relationships+xml"/>
  <Override PartName="/ppt/slides/_rels/slide3.xml.rels" ContentType="application/vnd.openxmlformats-package.relationships+xml"/>
  <Override PartName="/ppt/slides/_rels/slide45.xml.rels" ContentType="application/vnd.openxmlformats-package.relationships+xml"/>
  <Override PartName="/ppt/slides/_rels/slide4.xml.rels" ContentType="application/vnd.openxmlformats-package.relationships+xml"/>
  <Override PartName="/ppt/slides/_rels/slide35.xml.rels" ContentType="application/vnd.openxmlformats-package.relationships+xml"/>
  <Override PartName="/ppt/slides/_rels/slide5.xml.rels" ContentType="application/vnd.openxmlformats-package.relationships+xml"/>
  <Override PartName="/ppt/slides/_rels/slide36.xml.rels" ContentType="application/vnd.openxmlformats-package.relationships+xml"/>
  <Override PartName="/ppt/slides/_rels/slide6.xml.rels" ContentType="application/vnd.openxmlformats-package.relationships+xml"/>
  <Override PartName="/ppt/slides/_rels/slide17.xml.rels" ContentType="application/vnd.openxmlformats-package.relationships+xml"/>
  <Override PartName="/ppt/slides/_rels/slide46.xml.rels" ContentType="application/vnd.openxmlformats-package.relationships+xml"/>
  <Override PartName="/ppt/slides/_rels/slide18.xml.rels" ContentType="application/vnd.openxmlformats-package.relationships+xml"/>
  <Override PartName="/ppt/slides/_rels/slide47.xml.rels" ContentType="application/vnd.openxmlformats-package.relationships+xml"/>
  <Override PartName="/ppt/slides/_rels/slide19.xml.rels" ContentType="application/vnd.openxmlformats-package.relationships+xml"/>
  <Override PartName="/ppt/slides/_rels/slide20.xml.rels" ContentType="application/vnd.openxmlformats-package.relationships+xml"/>
  <Override PartName="/ppt/slides/_rels/slide21.xml.rels" ContentType="application/vnd.openxmlformats-package.relationships+xml"/>
  <Override PartName="/ppt/slides/_rels/slide22.xml.rels" ContentType="application/vnd.openxmlformats-package.relationships+xml"/>
  <Override PartName="/ppt/slides/_rels/slide23.xml.rels" ContentType="application/vnd.openxmlformats-package.relationships+xml"/>
  <Override PartName="/ppt/slides/_rels/slide24.xml.rels" ContentType="application/vnd.openxmlformats-package.relationships+xml"/>
  <Override PartName="/ppt/slides/_rels/slide30.xml.rels" ContentType="application/vnd.openxmlformats-package.relationships+xml"/>
  <Override PartName="/ppt/slides/_rels/slide25.xml.rels" ContentType="application/vnd.openxmlformats-package.relationships+xml"/>
  <Override PartName="/ppt/slides/_rels/slide31.xml.rels" ContentType="application/vnd.openxmlformats-package.relationships+xml"/>
  <Override PartName="/ppt/slides/_rels/slide26.xml.rels" ContentType="application/vnd.openxmlformats-package.relationships+xml"/>
  <Override PartName="/ppt/slides/_rels/slide27.xml.rels" ContentType="application/vnd.openxmlformats-package.relationships+xml"/>
  <Override PartName="/ppt/slides/_rels/slide32.xml.rels" ContentType="application/vnd.openxmlformats-package.relationships+xml"/>
  <Override PartName="/ppt/slides/_rels/slide28.xml.rels" ContentType="application/vnd.openxmlformats-package.relationships+xml"/>
  <Override PartName="/ppt/slides/_rels/slide10.xml.rels" ContentType="application/vnd.openxmlformats-package.relationships+xml"/>
  <Override PartName="/ppt/slides/_rels/slide29.xml.rels" ContentType="application/vnd.openxmlformats-package.relationships+xml"/>
  <Override PartName="/ppt/slides/slide17.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 id="2147483739"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Lst>
  <p:sldSz cx="10077450" cy="7562850"/>
  <p:notesSz cx="7772400" cy="100584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notesMaster" Target="notesMasters/notes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
</Relationships>
</file>

<file path=ppt/notesMasters/_rels/notesMaster1.xml.rels><?xml version="1.0" encoding="UTF-8"?>
<Relationships xmlns="http://schemas.openxmlformats.org/package/2006/relationships"><Relationship Id="rId1" Type="http://schemas.openxmlformats.org/officeDocument/2006/relationships/theme" Target="../theme/theme9.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sldImg"/>
          </p:nvPr>
        </p:nvSpPr>
        <p:spPr>
          <a:xfrm>
            <a:off x="216000" y="812520"/>
            <a:ext cx="7127280" cy="4008960"/>
          </a:xfrm>
          <a:prstGeom prst="rect">
            <a:avLst/>
          </a:prstGeom>
        </p:spPr>
        <p:txBody>
          <a:bodyPr lIns="0" rIns="0" tIns="0" bIns="0" anchor="ctr"/>
          <a:p>
            <a:pPr algn="ctr"/>
            <a:r>
              <a:rPr b="0" lang="en-IN" sz="4400" spc="-1" strike="noStrike">
                <a:latin typeface="Arial"/>
              </a:rPr>
              <a:t>Click to move the slide</a:t>
            </a:r>
            <a:endParaRPr b="0" lang="en-IN" sz="4400" spc="-1" strike="noStrike">
              <a:latin typeface="Arial"/>
            </a:endParaRPr>
          </a:p>
        </p:txBody>
      </p:sp>
      <p:sp>
        <p:nvSpPr>
          <p:cNvPr id="337" name="PlaceHolder 2"/>
          <p:cNvSpPr>
            <a:spLocks noGrp="1"/>
          </p:cNvSpPr>
          <p:nvPr>
            <p:ph type="body"/>
          </p:nvPr>
        </p:nvSpPr>
        <p:spPr>
          <a:xfrm>
            <a:off x="756000" y="5078520"/>
            <a:ext cx="6047640" cy="4811040"/>
          </a:xfrm>
          <a:prstGeom prst="rect">
            <a:avLst/>
          </a:prstGeom>
        </p:spPr>
        <p:txBody>
          <a:bodyPr lIns="0" rIns="0" tIns="0" bIns="0"/>
          <a:p>
            <a:r>
              <a:rPr b="0" lang="en-IN" sz="2000" spc="-1" strike="noStrike">
                <a:latin typeface="Arial"/>
              </a:rPr>
              <a:t>Click to edit the notes format</a:t>
            </a:r>
            <a:endParaRPr b="0" lang="en-IN" sz="2000" spc="-1" strike="noStrike">
              <a:latin typeface="Arial"/>
            </a:endParaRPr>
          </a:p>
        </p:txBody>
      </p:sp>
      <p:sp>
        <p:nvSpPr>
          <p:cNvPr id="338" name="PlaceHolder 3"/>
          <p:cNvSpPr>
            <a:spLocks noGrp="1"/>
          </p:cNvSpPr>
          <p:nvPr>
            <p:ph type="hdr"/>
          </p:nvPr>
        </p:nvSpPr>
        <p:spPr>
          <a:xfrm>
            <a:off x="0" y="0"/>
            <a:ext cx="3280680" cy="534240"/>
          </a:xfrm>
          <a:prstGeom prst="rect">
            <a:avLst/>
          </a:prstGeom>
        </p:spPr>
        <p:txBody>
          <a:bodyPr lIns="0" rIns="0" tIns="0" bIns="0"/>
          <a:p>
            <a:r>
              <a:rPr b="0" lang="en-IN" sz="1400" spc="-1" strike="noStrike">
                <a:latin typeface="Times New Roman"/>
              </a:rPr>
              <a:t>&lt;header&gt;</a:t>
            </a:r>
            <a:endParaRPr b="0" lang="en-IN" sz="1400" spc="-1" strike="noStrike">
              <a:latin typeface="Times New Roman"/>
            </a:endParaRPr>
          </a:p>
        </p:txBody>
      </p:sp>
      <p:sp>
        <p:nvSpPr>
          <p:cNvPr id="339" name="PlaceHolder 4"/>
          <p:cNvSpPr>
            <a:spLocks noGrp="1"/>
          </p:cNvSpPr>
          <p:nvPr>
            <p:ph type="dt"/>
          </p:nvPr>
        </p:nvSpPr>
        <p:spPr>
          <a:xfrm>
            <a:off x="4278960" y="0"/>
            <a:ext cx="3280680" cy="534240"/>
          </a:xfrm>
          <a:prstGeom prst="rect">
            <a:avLst/>
          </a:prstGeom>
        </p:spPr>
        <p:txBody>
          <a:bodyPr lIns="0" rIns="0" tIns="0" bIns="0"/>
          <a:p>
            <a:pPr algn="r"/>
            <a:r>
              <a:rPr b="0" lang="en-IN" sz="1400" spc="-1" strike="noStrike">
                <a:latin typeface="Times New Roman"/>
              </a:rPr>
              <a:t>&lt;date/time&gt;</a:t>
            </a:r>
            <a:endParaRPr b="0" lang="en-IN" sz="1400" spc="-1" strike="noStrike">
              <a:latin typeface="Times New Roman"/>
            </a:endParaRPr>
          </a:p>
        </p:txBody>
      </p:sp>
      <p:sp>
        <p:nvSpPr>
          <p:cNvPr id="340" name="PlaceHolder 5"/>
          <p:cNvSpPr>
            <a:spLocks noGrp="1"/>
          </p:cNvSpPr>
          <p:nvPr>
            <p:ph type="ftr"/>
          </p:nvPr>
        </p:nvSpPr>
        <p:spPr>
          <a:xfrm>
            <a:off x="0" y="10157400"/>
            <a:ext cx="3280680" cy="534240"/>
          </a:xfrm>
          <a:prstGeom prst="rect">
            <a:avLst/>
          </a:prstGeom>
        </p:spPr>
        <p:txBody>
          <a:bodyPr lIns="0" rIns="0" tIns="0" bIns="0" anchor="b"/>
          <a:p>
            <a:r>
              <a:rPr b="0" lang="en-IN" sz="1400" spc="-1" strike="noStrike">
                <a:latin typeface="Times New Roman"/>
              </a:rPr>
              <a:t>&lt;footer&gt;</a:t>
            </a:r>
            <a:endParaRPr b="0" lang="en-IN" sz="1400" spc="-1" strike="noStrike">
              <a:latin typeface="Times New Roman"/>
            </a:endParaRPr>
          </a:p>
        </p:txBody>
      </p:sp>
      <p:sp>
        <p:nvSpPr>
          <p:cNvPr id="341" name="PlaceHolder 6"/>
          <p:cNvSpPr>
            <a:spLocks noGrp="1"/>
          </p:cNvSpPr>
          <p:nvPr>
            <p:ph type="sldNum"/>
          </p:nvPr>
        </p:nvSpPr>
        <p:spPr>
          <a:xfrm>
            <a:off x="4278960" y="10157400"/>
            <a:ext cx="3280680" cy="534240"/>
          </a:xfrm>
          <a:prstGeom prst="rect">
            <a:avLst/>
          </a:prstGeom>
        </p:spPr>
        <p:txBody>
          <a:bodyPr lIns="0" rIns="0" tIns="0" bIns="0" anchor="b"/>
          <a:p>
            <a:pPr algn="r"/>
            <a:fld id="{37CC1ED0-3976-455D-8616-01BE2F916BFC}" type="slidenum">
              <a:rPr b="0" lang="en-IN" sz="1400" spc="-1" strike="noStrike">
                <a:latin typeface="Times New Roman"/>
              </a:rPr>
              <a:t>&lt;number&gt;</a:t>
            </a:fld>
            <a:endParaRPr b="0" lang="en-IN"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type="sldImg"/>
          </p:nvPr>
        </p:nvSpPr>
        <p:spPr>
          <a:xfrm>
            <a:off x="1137600" y="764640"/>
            <a:ext cx="5467320" cy="3744360"/>
          </a:xfrm>
          <a:prstGeom prst="rect">
            <a:avLst/>
          </a:prstGeom>
        </p:spPr>
      </p:sp>
      <p:sp>
        <p:nvSpPr>
          <p:cNvPr id="517" name="CustomShape 2"/>
          <p:cNvSpPr/>
          <p:nvPr/>
        </p:nvSpPr>
        <p:spPr>
          <a:xfrm>
            <a:off x="776880" y="4777560"/>
            <a:ext cx="6190560" cy="450036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PlaceHolder 1"/>
          <p:cNvSpPr>
            <a:spLocks noGrp="1"/>
          </p:cNvSpPr>
          <p:nvPr>
            <p:ph type="sldImg"/>
          </p:nvPr>
        </p:nvSpPr>
        <p:spPr>
          <a:xfrm>
            <a:off x="1137600" y="764640"/>
            <a:ext cx="5445000" cy="3724560"/>
          </a:xfrm>
          <a:prstGeom prst="rect">
            <a:avLst/>
          </a:prstGeom>
        </p:spPr>
      </p:sp>
      <p:sp>
        <p:nvSpPr>
          <p:cNvPr id="519" name="CustomShape 2"/>
          <p:cNvSpPr/>
          <p:nvPr/>
        </p:nvSpPr>
        <p:spPr>
          <a:xfrm>
            <a:off x="776880" y="4777560"/>
            <a:ext cx="6168240" cy="448020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7.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0.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1.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2.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3.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4.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6.xml.rels><?xml version="1.0" encoding="UTF-8"?>
<Relationships xmlns="http://schemas.openxmlformats.org/package/2006/relationships"><Relationship Id="rId1" Type="http://schemas.openxmlformats.org/officeDocument/2006/relationships/slideMaster" Target="../slideMasters/slideMaster8.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7" name="PlaceHolder 2"/>
          <p:cNvSpPr>
            <a:spLocks noGrp="1"/>
          </p:cNvSpPr>
          <p:nvPr>
            <p:ph type="subTitle"/>
          </p:nvPr>
        </p:nvSpPr>
        <p:spPr>
          <a:xfrm>
            <a:off x="503640" y="1769400"/>
            <a:ext cx="9069120" cy="438588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9" name="PlaceHolder 2"/>
          <p:cNvSpPr>
            <a:spLocks noGrp="1"/>
          </p:cNvSpPr>
          <p:nvPr>
            <p:ph type="body"/>
          </p:nvPr>
        </p:nvSpPr>
        <p:spPr>
          <a:xfrm>
            <a:off x="503640" y="1769400"/>
            <a:ext cx="9069120" cy="4385880"/>
          </a:xfrm>
          <a:prstGeom prst="rect">
            <a:avLst/>
          </a:prstGeom>
        </p:spPr>
        <p:txBody>
          <a:bodyPr lIns="0" rIns="0" tIns="0" bIns="0">
            <a:normAutofit/>
          </a:bodyPr>
          <a:p>
            <a:endParaRPr b="0" lang="en-IN"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11" name="PlaceHolder 2"/>
          <p:cNvSpPr>
            <a:spLocks noGrp="1"/>
          </p:cNvSpPr>
          <p:nvPr>
            <p:ph type="body"/>
          </p:nvPr>
        </p:nvSpPr>
        <p:spPr>
          <a:xfrm>
            <a:off x="503640" y="1769400"/>
            <a:ext cx="4425480" cy="4385880"/>
          </a:xfrm>
          <a:prstGeom prst="rect">
            <a:avLst/>
          </a:prstGeom>
        </p:spPr>
        <p:txBody>
          <a:bodyPr lIns="0" rIns="0" tIns="0" bIns="0">
            <a:normAutofit/>
          </a:bodyPr>
          <a:p>
            <a:endParaRPr b="0" lang="en-IN" sz="3200" spc="-1" strike="noStrike">
              <a:latin typeface="Arial"/>
            </a:endParaRPr>
          </a:p>
        </p:txBody>
      </p:sp>
      <p:sp>
        <p:nvSpPr>
          <p:cNvPr id="12" name="PlaceHolder 3"/>
          <p:cNvSpPr>
            <a:spLocks noGrp="1"/>
          </p:cNvSpPr>
          <p:nvPr>
            <p:ph type="body"/>
          </p:nvPr>
        </p:nvSpPr>
        <p:spPr>
          <a:xfrm>
            <a:off x="5150880" y="1769400"/>
            <a:ext cx="4425480" cy="4385880"/>
          </a:xfrm>
          <a:prstGeom prst="rect">
            <a:avLst/>
          </a:prstGeom>
        </p:spPr>
        <p:txBody>
          <a:bodyPr lIns="0" rIns="0" tIns="0" bIns="0">
            <a:normAutofit/>
          </a:bodyPr>
          <a:p>
            <a:endParaRPr b="0" lang="en-IN"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503640" y="301680"/>
            <a:ext cx="9069120" cy="585360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16" name="PlaceHolder 2"/>
          <p:cNvSpPr>
            <a:spLocks noGrp="1"/>
          </p:cNvSpPr>
          <p:nvPr>
            <p:ph type="body"/>
          </p:nvPr>
        </p:nvSpPr>
        <p:spPr>
          <a:xfrm>
            <a:off x="503640" y="1769400"/>
            <a:ext cx="4425480" cy="2091960"/>
          </a:xfrm>
          <a:prstGeom prst="rect">
            <a:avLst/>
          </a:prstGeom>
        </p:spPr>
        <p:txBody>
          <a:bodyPr lIns="0" rIns="0" tIns="0" bIns="0">
            <a:normAutofit/>
          </a:bodyPr>
          <a:p>
            <a:endParaRPr b="0" lang="en-IN" sz="3200" spc="-1" strike="noStrike">
              <a:latin typeface="Arial"/>
            </a:endParaRPr>
          </a:p>
        </p:txBody>
      </p:sp>
      <p:sp>
        <p:nvSpPr>
          <p:cNvPr id="17" name="PlaceHolder 3"/>
          <p:cNvSpPr>
            <a:spLocks noGrp="1"/>
          </p:cNvSpPr>
          <p:nvPr>
            <p:ph type="body"/>
          </p:nvPr>
        </p:nvSpPr>
        <p:spPr>
          <a:xfrm>
            <a:off x="5150880" y="1769400"/>
            <a:ext cx="4425480" cy="4385880"/>
          </a:xfrm>
          <a:prstGeom prst="rect">
            <a:avLst/>
          </a:prstGeom>
        </p:spPr>
        <p:txBody>
          <a:bodyPr lIns="0" rIns="0" tIns="0" bIns="0">
            <a:normAutofit/>
          </a:bodyPr>
          <a:p>
            <a:endParaRPr b="0" lang="en-IN" sz="3200" spc="-1" strike="noStrike">
              <a:latin typeface="Arial"/>
            </a:endParaRPr>
          </a:p>
        </p:txBody>
      </p:sp>
      <p:sp>
        <p:nvSpPr>
          <p:cNvPr id="18" name="PlaceHolder 4"/>
          <p:cNvSpPr>
            <a:spLocks noGrp="1"/>
          </p:cNvSpPr>
          <p:nvPr>
            <p:ph type="body"/>
          </p:nvPr>
        </p:nvSpPr>
        <p:spPr>
          <a:xfrm>
            <a:off x="503640" y="4060440"/>
            <a:ext cx="442548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20" name="PlaceHolder 2"/>
          <p:cNvSpPr>
            <a:spLocks noGrp="1"/>
          </p:cNvSpPr>
          <p:nvPr>
            <p:ph type="body"/>
          </p:nvPr>
        </p:nvSpPr>
        <p:spPr>
          <a:xfrm>
            <a:off x="503640" y="1769400"/>
            <a:ext cx="4425480" cy="4385880"/>
          </a:xfrm>
          <a:prstGeom prst="rect">
            <a:avLst/>
          </a:prstGeom>
        </p:spPr>
        <p:txBody>
          <a:bodyPr lIns="0" rIns="0" tIns="0" bIns="0">
            <a:normAutofit/>
          </a:bodyPr>
          <a:p>
            <a:endParaRPr b="0" lang="en-IN" sz="3200" spc="-1" strike="noStrike">
              <a:latin typeface="Arial"/>
            </a:endParaRPr>
          </a:p>
        </p:txBody>
      </p:sp>
      <p:sp>
        <p:nvSpPr>
          <p:cNvPr id="21" name="PlaceHolder 3"/>
          <p:cNvSpPr>
            <a:spLocks noGrp="1"/>
          </p:cNvSpPr>
          <p:nvPr>
            <p:ph type="body"/>
          </p:nvPr>
        </p:nvSpPr>
        <p:spPr>
          <a:xfrm>
            <a:off x="5150880" y="1769400"/>
            <a:ext cx="4425480" cy="2091960"/>
          </a:xfrm>
          <a:prstGeom prst="rect">
            <a:avLst/>
          </a:prstGeom>
        </p:spPr>
        <p:txBody>
          <a:bodyPr lIns="0" rIns="0" tIns="0" bIns="0">
            <a:normAutofit/>
          </a:bodyPr>
          <a:p>
            <a:endParaRPr b="0" lang="en-IN" sz="3200" spc="-1" strike="noStrike">
              <a:latin typeface="Arial"/>
            </a:endParaRPr>
          </a:p>
        </p:txBody>
      </p:sp>
      <p:sp>
        <p:nvSpPr>
          <p:cNvPr id="22" name="PlaceHolder 4"/>
          <p:cNvSpPr>
            <a:spLocks noGrp="1"/>
          </p:cNvSpPr>
          <p:nvPr>
            <p:ph type="body"/>
          </p:nvPr>
        </p:nvSpPr>
        <p:spPr>
          <a:xfrm>
            <a:off x="5150880" y="4060440"/>
            <a:ext cx="442548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24" name="PlaceHolder 2"/>
          <p:cNvSpPr>
            <a:spLocks noGrp="1"/>
          </p:cNvSpPr>
          <p:nvPr>
            <p:ph type="body"/>
          </p:nvPr>
        </p:nvSpPr>
        <p:spPr>
          <a:xfrm>
            <a:off x="503640" y="1769400"/>
            <a:ext cx="4425480" cy="2091960"/>
          </a:xfrm>
          <a:prstGeom prst="rect">
            <a:avLst/>
          </a:prstGeom>
        </p:spPr>
        <p:txBody>
          <a:bodyPr lIns="0" rIns="0" tIns="0" bIns="0">
            <a:normAutofit/>
          </a:bodyPr>
          <a:p>
            <a:endParaRPr b="0" lang="en-IN" sz="3200" spc="-1" strike="noStrike">
              <a:latin typeface="Arial"/>
            </a:endParaRPr>
          </a:p>
        </p:txBody>
      </p:sp>
      <p:sp>
        <p:nvSpPr>
          <p:cNvPr id="25" name="PlaceHolder 3"/>
          <p:cNvSpPr>
            <a:spLocks noGrp="1"/>
          </p:cNvSpPr>
          <p:nvPr>
            <p:ph type="body"/>
          </p:nvPr>
        </p:nvSpPr>
        <p:spPr>
          <a:xfrm>
            <a:off x="5150880" y="1769400"/>
            <a:ext cx="4425480" cy="2091960"/>
          </a:xfrm>
          <a:prstGeom prst="rect">
            <a:avLst/>
          </a:prstGeom>
        </p:spPr>
        <p:txBody>
          <a:bodyPr lIns="0" rIns="0" tIns="0" bIns="0">
            <a:normAutofit/>
          </a:bodyPr>
          <a:p>
            <a:endParaRPr b="0" lang="en-IN" sz="3200" spc="-1" strike="noStrike">
              <a:latin typeface="Arial"/>
            </a:endParaRPr>
          </a:p>
        </p:txBody>
      </p:sp>
      <p:sp>
        <p:nvSpPr>
          <p:cNvPr id="26" name="PlaceHolder 4"/>
          <p:cNvSpPr>
            <a:spLocks noGrp="1"/>
          </p:cNvSpPr>
          <p:nvPr>
            <p:ph type="body"/>
          </p:nvPr>
        </p:nvSpPr>
        <p:spPr>
          <a:xfrm>
            <a:off x="503640" y="4060440"/>
            <a:ext cx="906912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28" name="PlaceHolder 2"/>
          <p:cNvSpPr>
            <a:spLocks noGrp="1"/>
          </p:cNvSpPr>
          <p:nvPr>
            <p:ph type="body"/>
          </p:nvPr>
        </p:nvSpPr>
        <p:spPr>
          <a:xfrm>
            <a:off x="503640" y="1769400"/>
            <a:ext cx="9069120" cy="2091960"/>
          </a:xfrm>
          <a:prstGeom prst="rect">
            <a:avLst/>
          </a:prstGeom>
        </p:spPr>
        <p:txBody>
          <a:bodyPr lIns="0" rIns="0" tIns="0" bIns="0">
            <a:normAutofit/>
          </a:bodyPr>
          <a:p>
            <a:endParaRPr b="0" lang="en-IN" sz="3200" spc="-1" strike="noStrike">
              <a:latin typeface="Arial"/>
            </a:endParaRPr>
          </a:p>
        </p:txBody>
      </p:sp>
      <p:sp>
        <p:nvSpPr>
          <p:cNvPr id="29" name="PlaceHolder 3"/>
          <p:cNvSpPr>
            <a:spLocks noGrp="1"/>
          </p:cNvSpPr>
          <p:nvPr>
            <p:ph type="body"/>
          </p:nvPr>
        </p:nvSpPr>
        <p:spPr>
          <a:xfrm>
            <a:off x="503640" y="4060440"/>
            <a:ext cx="906912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31" name="PlaceHolder 2"/>
          <p:cNvSpPr>
            <a:spLocks noGrp="1"/>
          </p:cNvSpPr>
          <p:nvPr>
            <p:ph type="body"/>
          </p:nvPr>
        </p:nvSpPr>
        <p:spPr>
          <a:xfrm>
            <a:off x="503640" y="1769400"/>
            <a:ext cx="4425480" cy="2091960"/>
          </a:xfrm>
          <a:prstGeom prst="rect">
            <a:avLst/>
          </a:prstGeom>
        </p:spPr>
        <p:txBody>
          <a:bodyPr lIns="0" rIns="0" tIns="0" bIns="0">
            <a:normAutofit/>
          </a:bodyPr>
          <a:p>
            <a:endParaRPr b="0" lang="en-IN" sz="3200" spc="-1" strike="noStrike">
              <a:latin typeface="Arial"/>
            </a:endParaRPr>
          </a:p>
        </p:txBody>
      </p:sp>
      <p:sp>
        <p:nvSpPr>
          <p:cNvPr id="32" name="PlaceHolder 3"/>
          <p:cNvSpPr>
            <a:spLocks noGrp="1"/>
          </p:cNvSpPr>
          <p:nvPr>
            <p:ph type="body"/>
          </p:nvPr>
        </p:nvSpPr>
        <p:spPr>
          <a:xfrm>
            <a:off x="5150880" y="1769400"/>
            <a:ext cx="4425480" cy="2091960"/>
          </a:xfrm>
          <a:prstGeom prst="rect">
            <a:avLst/>
          </a:prstGeom>
        </p:spPr>
        <p:txBody>
          <a:bodyPr lIns="0" rIns="0" tIns="0" bIns="0">
            <a:normAutofit/>
          </a:bodyPr>
          <a:p>
            <a:endParaRPr b="0" lang="en-IN" sz="3200" spc="-1" strike="noStrike">
              <a:latin typeface="Arial"/>
            </a:endParaRPr>
          </a:p>
        </p:txBody>
      </p:sp>
      <p:sp>
        <p:nvSpPr>
          <p:cNvPr id="33" name="PlaceHolder 4"/>
          <p:cNvSpPr>
            <a:spLocks noGrp="1"/>
          </p:cNvSpPr>
          <p:nvPr>
            <p:ph type="body"/>
          </p:nvPr>
        </p:nvSpPr>
        <p:spPr>
          <a:xfrm>
            <a:off x="503640" y="4060440"/>
            <a:ext cx="4425480" cy="2091960"/>
          </a:xfrm>
          <a:prstGeom prst="rect">
            <a:avLst/>
          </a:prstGeom>
        </p:spPr>
        <p:txBody>
          <a:bodyPr lIns="0" rIns="0" tIns="0" bIns="0">
            <a:normAutofit/>
          </a:bodyPr>
          <a:p>
            <a:endParaRPr b="0" lang="en-IN" sz="3200" spc="-1" strike="noStrike">
              <a:latin typeface="Arial"/>
            </a:endParaRPr>
          </a:p>
        </p:txBody>
      </p:sp>
      <p:sp>
        <p:nvSpPr>
          <p:cNvPr id="34" name="PlaceHolder 5"/>
          <p:cNvSpPr>
            <a:spLocks noGrp="1"/>
          </p:cNvSpPr>
          <p:nvPr>
            <p:ph type="body"/>
          </p:nvPr>
        </p:nvSpPr>
        <p:spPr>
          <a:xfrm>
            <a:off x="5150880" y="4060440"/>
            <a:ext cx="442548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36" name="PlaceHolder 2"/>
          <p:cNvSpPr>
            <a:spLocks noGrp="1"/>
          </p:cNvSpPr>
          <p:nvPr>
            <p:ph type="body"/>
          </p:nvPr>
        </p:nvSpPr>
        <p:spPr>
          <a:xfrm>
            <a:off x="503640" y="1769400"/>
            <a:ext cx="2919960" cy="2091960"/>
          </a:xfrm>
          <a:prstGeom prst="rect">
            <a:avLst/>
          </a:prstGeom>
        </p:spPr>
        <p:txBody>
          <a:bodyPr lIns="0" rIns="0" tIns="0" bIns="0">
            <a:normAutofit/>
          </a:bodyPr>
          <a:p>
            <a:endParaRPr b="0" lang="en-IN" sz="3200" spc="-1" strike="noStrike">
              <a:latin typeface="Arial"/>
            </a:endParaRPr>
          </a:p>
        </p:txBody>
      </p:sp>
      <p:sp>
        <p:nvSpPr>
          <p:cNvPr id="37" name="PlaceHolder 3"/>
          <p:cNvSpPr>
            <a:spLocks noGrp="1"/>
          </p:cNvSpPr>
          <p:nvPr>
            <p:ph type="body"/>
          </p:nvPr>
        </p:nvSpPr>
        <p:spPr>
          <a:xfrm>
            <a:off x="3570120" y="1769400"/>
            <a:ext cx="2919960" cy="2091960"/>
          </a:xfrm>
          <a:prstGeom prst="rect">
            <a:avLst/>
          </a:prstGeom>
        </p:spPr>
        <p:txBody>
          <a:bodyPr lIns="0" rIns="0" tIns="0" bIns="0">
            <a:normAutofit/>
          </a:bodyPr>
          <a:p>
            <a:endParaRPr b="0" lang="en-IN" sz="3200" spc="-1" strike="noStrike">
              <a:latin typeface="Arial"/>
            </a:endParaRPr>
          </a:p>
        </p:txBody>
      </p:sp>
      <p:sp>
        <p:nvSpPr>
          <p:cNvPr id="38" name="PlaceHolder 4"/>
          <p:cNvSpPr>
            <a:spLocks noGrp="1"/>
          </p:cNvSpPr>
          <p:nvPr>
            <p:ph type="body"/>
          </p:nvPr>
        </p:nvSpPr>
        <p:spPr>
          <a:xfrm>
            <a:off x="6636240" y="1769400"/>
            <a:ext cx="2919960" cy="2091960"/>
          </a:xfrm>
          <a:prstGeom prst="rect">
            <a:avLst/>
          </a:prstGeom>
        </p:spPr>
        <p:txBody>
          <a:bodyPr lIns="0" rIns="0" tIns="0" bIns="0">
            <a:normAutofit/>
          </a:bodyPr>
          <a:p>
            <a:endParaRPr b="0" lang="en-IN" sz="3200" spc="-1" strike="noStrike">
              <a:latin typeface="Arial"/>
            </a:endParaRPr>
          </a:p>
        </p:txBody>
      </p:sp>
      <p:sp>
        <p:nvSpPr>
          <p:cNvPr id="39" name="PlaceHolder 5"/>
          <p:cNvSpPr>
            <a:spLocks noGrp="1"/>
          </p:cNvSpPr>
          <p:nvPr>
            <p:ph type="body"/>
          </p:nvPr>
        </p:nvSpPr>
        <p:spPr>
          <a:xfrm>
            <a:off x="503640" y="4060440"/>
            <a:ext cx="2919960" cy="2091960"/>
          </a:xfrm>
          <a:prstGeom prst="rect">
            <a:avLst/>
          </a:prstGeom>
        </p:spPr>
        <p:txBody>
          <a:bodyPr lIns="0" rIns="0" tIns="0" bIns="0">
            <a:normAutofit/>
          </a:bodyPr>
          <a:p>
            <a:endParaRPr b="0" lang="en-IN" sz="3200" spc="-1" strike="noStrike">
              <a:latin typeface="Arial"/>
            </a:endParaRPr>
          </a:p>
        </p:txBody>
      </p:sp>
      <p:sp>
        <p:nvSpPr>
          <p:cNvPr id="40" name="PlaceHolder 6"/>
          <p:cNvSpPr>
            <a:spLocks noGrp="1"/>
          </p:cNvSpPr>
          <p:nvPr>
            <p:ph type="body"/>
          </p:nvPr>
        </p:nvSpPr>
        <p:spPr>
          <a:xfrm>
            <a:off x="3570120" y="4060440"/>
            <a:ext cx="2919960" cy="2091960"/>
          </a:xfrm>
          <a:prstGeom prst="rect">
            <a:avLst/>
          </a:prstGeom>
        </p:spPr>
        <p:txBody>
          <a:bodyPr lIns="0" rIns="0" tIns="0" bIns="0">
            <a:normAutofit/>
          </a:bodyPr>
          <a:p>
            <a:endParaRPr b="0" lang="en-IN" sz="3200" spc="-1" strike="noStrike">
              <a:latin typeface="Arial"/>
            </a:endParaRPr>
          </a:p>
        </p:txBody>
      </p:sp>
      <p:sp>
        <p:nvSpPr>
          <p:cNvPr id="41" name="PlaceHolder 7"/>
          <p:cNvSpPr>
            <a:spLocks noGrp="1"/>
          </p:cNvSpPr>
          <p:nvPr>
            <p:ph type="body"/>
          </p:nvPr>
        </p:nvSpPr>
        <p:spPr>
          <a:xfrm>
            <a:off x="6636240" y="4060440"/>
            <a:ext cx="291996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8"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49" name="PlaceHolder 2"/>
          <p:cNvSpPr>
            <a:spLocks noGrp="1"/>
          </p:cNvSpPr>
          <p:nvPr>
            <p:ph type="subTitle"/>
          </p:nvPr>
        </p:nvSpPr>
        <p:spPr>
          <a:xfrm>
            <a:off x="503640" y="1769400"/>
            <a:ext cx="9069120" cy="438588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51" name="PlaceHolder 2"/>
          <p:cNvSpPr>
            <a:spLocks noGrp="1"/>
          </p:cNvSpPr>
          <p:nvPr>
            <p:ph type="body"/>
          </p:nvPr>
        </p:nvSpPr>
        <p:spPr>
          <a:xfrm>
            <a:off x="503640" y="1769400"/>
            <a:ext cx="9069120" cy="4385880"/>
          </a:xfrm>
          <a:prstGeom prst="rect">
            <a:avLst/>
          </a:prstGeom>
        </p:spPr>
        <p:txBody>
          <a:bodyPr lIns="0" rIns="0" tIns="0" bIns="0">
            <a:normAutofit/>
          </a:bodyPr>
          <a:p>
            <a:endParaRPr b="0" lang="en-IN"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53" name="PlaceHolder 2"/>
          <p:cNvSpPr>
            <a:spLocks noGrp="1"/>
          </p:cNvSpPr>
          <p:nvPr>
            <p:ph type="body"/>
          </p:nvPr>
        </p:nvSpPr>
        <p:spPr>
          <a:xfrm>
            <a:off x="503640" y="1769400"/>
            <a:ext cx="4425480" cy="4385880"/>
          </a:xfrm>
          <a:prstGeom prst="rect">
            <a:avLst/>
          </a:prstGeom>
        </p:spPr>
        <p:txBody>
          <a:bodyPr lIns="0" rIns="0" tIns="0" bIns="0">
            <a:normAutofit/>
          </a:bodyPr>
          <a:p>
            <a:endParaRPr b="0" lang="en-IN" sz="3200" spc="-1" strike="noStrike">
              <a:latin typeface="Arial"/>
            </a:endParaRPr>
          </a:p>
        </p:txBody>
      </p:sp>
      <p:sp>
        <p:nvSpPr>
          <p:cNvPr id="54" name="PlaceHolder 3"/>
          <p:cNvSpPr>
            <a:spLocks noGrp="1"/>
          </p:cNvSpPr>
          <p:nvPr>
            <p:ph type="body"/>
          </p:nvPr>
        </p:nvSpPr>
        <p:spPr>
          <a:xfrm>
            <a:off x="5150880" y="1769400"/>
            <a:ext cx="4425480" cy="4385880"/>
          </a:xfrm>
          <a:prstGeom prst="rect">
            <a:avLst/>
          </a:prstGeom>
        </p:spPr>
        <p:txBody>
          <a:bodyPr lIns="0" rIns="0" tIns="0" bIns="0">
            <a:normAutofit/>
          </a:bodyPr>
          <a:p>
            <a:endParaRPr b="0" lang="en-IN"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5"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6" name="PlaceHolder 1"/>
          <p:cNvSpPr>
            <a:spLocks noGrp="1"/>
          </p:cNvSpPr>
          <p:nvPr>
            <p:ph type="subTitle"/>
          </p:nvPr>
        </p:nvSpPr>
        <p:spPr>
          <a:xfrm>
            <a:off x="503640" y="301680"/>
            <a:ext cx="9069120" cy="585360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58" name="PlaceHolder 2"/>
          <p:cNvSpPr>
            <a:spLocks noGrp="1"/>
          </p:cNvSpPr>
          <p:nvPr>
            <p:ph type="body"/>
          </p:nvPr>
        </p:nvSpPr>
        <p:spPr>
          <a:xfrm>
            <a:off x="503640" y="1769400"/>
            <a:ext cx="4425480" cy="2091960"/>
          </a:xfrm>
          <a:prstGeom prst="rect">
            <a:avLst/>
          </a:prstGeom>
        </p:spPr>
        <p:txBody>
          <a:bodyPr lIns="0" rIns="0" tIns="0" bIns="0">
            <a:normAutofit/>
          </a:bodyPr>
          <a:p>
            <a:endParaRPr b="0" lang="en-IN" sz="3200" spc="-1" strike="noStrike">
              <a:latin typeface="Arial"/>
            </a:endParaRPr>
          </a:p>
        </p:txBody>
      </p:sp>
      <p:sp>
        <p:nvSpPr>
          <p:cNvPr id="59" name="PlaceHolder 3"/>
          <p:cNvSpPr>
            <a:spLocks noGrp="1"/>
          </p:cNvSpPr>
          <p:nvPr>
            <p:ph type="body"/>
          </p:nvPr>
        </p:nvSpPr>
        <p:spPr>
          <a:xfrm>
            <a:off x="5150880" y="1769400"/>
            <a:ext cx="4425480" cy="4385880"/>
          </a:xfrm>
          <a:prstGeom prst="rect">
            <a:avLst/>
          </a:prstGeom>
        </p:spPr>
        <p:txBody>
          <a:bodyPr lIns="0" rIns="0" tIns="0" bIns="0">
            <a:normAutofit/>
          </a:bodyPr>
          <a:p>
            <a:endParaRPr b="0" lang="en-IN" sz="3200" spc="-1" strike="noStrike">
              <a:latin typeface="Arial"/>
            </a:endParaRPr>
          </a:p>
        </p:txBody>
      </p:sp>
      <p:sp>
        <p:nvSpPr>
          <p:cNvPr id="60" name="PlaceHolder 4"/>
          <p:cNvSpPr>
            <a:spLocks noGrp="1"/>
          </p:cNvSpPr>
          <p:nvPr>
            <p:ph type="body"/>
          </p:nvPr>
        </p:nvSpPr>
        <p:spPr>
          <a:xfrm>
            <a:off x="503640" y="4060440"/>
            <a:ext cx="442548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62" name="PlaceHolder 2"/>
          <p:cNvSpPr>
            <a:spLocks noGrp="1"/>
          </p:cNvSpPr>
          <p:nvPr>
            <p:ph type="body"/>
          </p:nvPr>
        </p:nvSpPr>
        <p:spPr>
          <a:xfrm>
            <a:off x="503640" y="1769400"/>
            <a:ext cx="4425480" cy="4385880"/>
          </a:xfrm>
          <a:prstGeom prst="rect">
            <a:avLst/>
          </a:prstGeom>
        </p:spPr>
        <p:txBody>
          <a:bodyPr lIns="0" rIns="0" tIns="0" bIns="0">
            <a:normAutofit/>
          </a:bodyPr>
          <a:p>
            <a:endParaRPr b="0" lang="en-IN" sz="3200" spc="-1" strike="noStrike">
              <a:latin typeface="Arial"/>
            </a:endParaRPr>
          </a:p>
        </p:txBody>
      </p:sp>
      <p:sp>
        <p:nvSpPr>
          <p:cNvPr id="63" name="PlaceHolder 3"/>
          <p:cNvSpPr>
            <a:spLocks noGrp="1"/>
          </p:cNvSpPr>
          <p:nvPr>
            <p:ph type="body"/>
          </p:nvPr>
        </p:nvSpPr>
        <p:spPr>
          <a:xfrm>
            <a:off x="5150880" y="1769400"/>
            <a:ext cx="4425480" cy="2091960"/>
          </a:xfrm>
          <a:prstGeom prst="rect">
            <a:avLst/>
          </a:prstGeom>
        </p:spPr>
        <p:txBody>
          <a:bodyPr lIns="0" rIns="0" tIns="0" bIns="0">
            <a:normAutofit/>
          </a:bodyPr>
          <a:p>
            <a:endParaRPr b="0" lang="en-IN" sz="3200" spc="-1" strike="noStrike">
              <a:latin typeface="Arial"/>
            </a:endParaRPr>
          </a:p>
        </p:txBody>
      </p:sp>
      <p:sp>
        <p:nvSpPr>
          <p:cNvPr id="64" name="PlaceHolder 4"/>
          <p:cNvSpPr>
            <a:spLocks noGrp="1"/>
          </p:cNvSpPr>
          <p:nvPr>
            <p:ph type="body"/>
          </p:nvPr>
        </p:nvSpPr>
        <p:spPr>
          <a:xfrm>
            <a:off x="5150880" y="4060440"/>
            <a:ext cx="442548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66" name="PlaceHolder 2"/>
          <p:cNvSpPr>
            <a:spLocks noGrp="1"/>
          </p:cNvSpPr>
          <p:nvPr>
            <p:ph type="body"/>
          </p:nvPr>
        </p:nvSpPr>
        <p:spPr>
          <a:xfrm>
            <a:off x="503640" y="1769400"/>
            <a:ext cx="4425480" cy="2091960"/>
          </a:xfrm>
          <a:prstGeom prst="rect">
            <a:avLst/>
          </a:prstGeom>
        </p:spPr>
        <p:txBody>
          <a:bodyPr lIns="0" rIns="0" tIns="0" bIns="0">
            <a:normAutofit/>
          </a:bodyPr>
          <a:p>
            <a:endParaRPr b="0" lang="en-IN" sz="3200" spc="-1" strike="noStrike">
              <a:latin typeface="Arial"/>
            </a:endParaRPr>
          </a:p>
        </p:txBody>
      </p:sp>
      <p:sp>
        <p:nvSpPr>
          <p:cNvPr id="67" name="PlaceHolder 3"/>
          <p:cNvSpPr>
            <a:spLocks noGrp="1"/>
          </p:cNvSpPr>
          <p:nvPr>
            <p:ph type="body"/>
          </p:nvPr>
        </p:nvSpPr>
        <p:spPr>
          <a:xfrm>
            <a:off x="5150880" y="1769400"/>
            <a:ext cx="4425480" cy="2091960"/>
          </a:xfrm>
          <a:prstGeom prst="rect">
            <a:avLst/>
          </a:prstGeom>
        </p:spPr>
        <p:txBody>
          <a:bodyPr lIns="0" rIns="0" tIns="0" bIns="0">
            <a:normAutofit/>
          </a:bodyPr>
          <a:p>
            <a:endParaRPr b="0" lang="en-IN" sz="3200" spc="-1" strike="noStrike">
              <a:latin typeface="Arial"/>
            </a:endParaRPr>
          </a:p>
        </p:txBody>
      </p:sp>
      <p:sp>
        <p:nvSpPr>
          <p:cNvPr id="68" name="PlaceHolder 4"/>
          <p:cNvSpPr>
            <a:spLocks noGrp="1"/>
          </p:cNvSpPr>
          <p:nvPr>
            <p:ph type="body"/>
          </p:nvPr>
        </p:nvSpPr>
        <p:spPr>
          <a:xfrm>
            <a:off x="503640" y="4060440"/>
            <a:ext cx="906912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70" name="PlaceHolder 2"/>
          <p:cNvSpPr>
            <a:spLocks noGrp="1"/>
          </p:cNvSpPr>
          <p:nvPr>
            <p:ph type="body"/>
          </p:nvPr>
        </p:nvSpPr>
        <p:spPr>
          <a:xfrm>
            <a:off x="503640" y="1769400"/>
            <a:ext cx="9069120" cy="2091960"/>
          </a:xfrm>
          <a:prstGeom prst="rect">
            <a:avLst/>
          </a:prstGeom>
        </p:spPr>
        <p:txBody>
          <a:bodyPr lIns="0" rIns="0" tIns="0" bIns="0">
            <a:normAutofit/>
          </a:bodyPr>
          <a:p>
            <a:endParaRPr b="0" lang="en-IN" sz="3200" spc="-1" strike="noStrike">
              <a:latin typeface="Arial"/>
            </a:endParaRPr>
          </a:p>
        </p:txBody>
      </p:sp>
      <p:sp>
        <p:nvSpPr>
          <p:cNvPr id="71" name="PlaceHolder 3"/>
          <p:cNvSpPr>
            <a:spLocks noGrp="1"/>
          </p:cNvSpPr>
          <p:nvPr>
            <p:ph type="body"/>
          </p:nvPr>
        </p:nvSpPr>
        <p:spPr>
          <a:xfrm>
            <a:off x="503640" y="4060440"/>
            <a:ext cx="906912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73" name="PlaceHolder 2"/>
          <p:cNvSpPr>
            <a:spLocks noGrp="1"/>
          </p:cNvSpPr>
          <p:nvPr>
            <p:ph type="body"/>
          </p:nvPr>
        </p:nvSpPr>
        <p:spPr>
          <a:xfrm>
            <a:off x="503640" y="1769400"/>
            <a:ext cx="4425480" cy="2091960"/>
          </a:xfrm>
          <a:prstGeom prst="rect">
            <a:avLst/>
          </a:prstGeom>
        </p:spPr>
        <p:txBody>
          <a:bodyPr lIns="0" rIns="0" tIns="0" bIns="0">
            <a:normAutofit/>
          </a:bodyPr>
          <a:p>
            <a:endParaRPr b="0" lang="en-IN" sz="3200" spc="-1" strike="noStrike">
              <a:latin typeface="Arial"/>
            </a:endParaRPr>
          </a:p>
        </p:txBody>
      </p:sp>
      <p:sp>
        <p:nvSpPr>
          <p:cNvPr id="74" name="PlaceHolder 3"/>
          <p:cNvSpPr>
            <a:spLocks noGrp="1"/>
          </p:cNvSpPr>
          <p:nvPr>
            <p:ph type="body"/>
          </p:nvPr>
        </p:nvSpPr>
        <p:spPr>
          <a:xfrm>
            <a:off x="5150880" y="1769400"/>
            <a:ext cx="4425480" cy="2091960"/>
          </a:xfrm>
          <a:prstGeom prst="rect">
            <a:avLst/>
          </a:prstGeom>
        </p:spPr>
        <p:txBody>
          <a:bodyPr lIns="0" rIns="0" tIns="0" bIns="0">
            <a:normAutofit/>
          </a:bodyPr>
          <a:p>
            <a:endParaRPr b="0" lang="en-IN" sz="3200" spc="-1" strike="noStrike">
              <a:latin typeface="Arial"/>
            </a:endParaRPr>
          </a:p>
        </p:txBody>
      </p:sp>
      <p:sp>
        <p:nvSpPr>
          <p:cNvPr id="75" name="PlaceHolder 4"/>
          <p:cNvSpPr>
            <a:spLocks noGrp="1"/>
          </p:cNvSpPr>
          <p:nvPr>
            <p:ph type="body"/>
          </p:nvPr>
        </p:nvSpPr>
        <p:spPr>
          <a:xfrm>
            <a:off x="503640" y="4060440"/>
            <a:ext cx="4425480" cy="2091960"/>
          </a:xfrm>
          <a:prstGeom prst="rect">
            <a:avLst/>
          </a:prstGeom>
        </p:spPr>
        <p:txBody>
          <a:bodyPr lIns="0" rIns="0" tIns="0" bIns="0">
            <a:normAutofit/>
          </a:bodyPr>
          <a:p>
            <a:endParaRPr b="0" lang="en-IN" sz="3200" spc="-1" strike="noStrike">
              <a:latin typeface="Arial"/>
            </a:endParaRPr>
          </a:p>
        </p:txBody>
      </p:sp>
      <p:sp>
        <p:nvSpPr>
          <p:cNvPr id="76" name="PlaceHolder 5"/>
          <p:cNvSpPr>
            <a:spLocks noGrp="1"/>
          </p:cNvSpPr>
          <p:nvPr>
            <p:ph type="body"/>
          </p:nvPr>
        </p:nvSpPr>
        <p:spPr>
          <a:xfrm>
            <a:off x="5150880" y="4060440"/>
            <a:ext cx="442548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78" name="PlaceHolder 2"/>
          <p:cNvSpPr>
            <a:spLocks noGrp="1"/>
          </p:cNvSpPr>
          <p:nvPr>
            <p:ph type="body"/>
          </p:nvPr>
        </p:nvSpPr>
        <p:spPr>
          <a:xfrm>
            <a:off x="503640" y="1769400"/>
            <a:ext cx="2919960" cy="2091960"/>
          </a:xfrm>
          <a:prstGeom prst="rect">
            <a:avLst/>
          </a:prstGeom>
        </p:spPr>
        <p:txBody>
          <a:bodyPr lIns="0" rIns="0" tIns="0" bIns="0">
            <a:normAutofit/>
          </a:bodyPr>
          <a:p>
            <a:endParaRPr b="0" lang="en-IN" sz="3200" spc="-1" strike="noStrike">
              <a:latin typeface="Arial"/>
            </a:endParaRPr>
          </a:p>
        </p:txBody>
      </p:sp>
      <p:sp>
        <p:nvSpPr>
          <p:cNvPr id="79" name="PlaceHolder 3"/>
          <p:cNvSpPr>
            <a:spLocks noGrp="1"/>
          </p:cNvSpPr>
          <p:nvPr>
            <p:ph type="body"/>
          </p:nvPr>
        </p:nvSpPr>
        <p:spPr>
          <a:xfrm>
            <a:off x="3570120" y="1769400"/>
            <a:ext cx="2919960" cy="2091960"/>
          </a:xfrm>
          <a:prstGeom prst="rect">
            <a:avLst/>
          </a:prstGeom>
        </p:spPr>
        <p:txBody>
          <a:bodyPr lIns="0" rIns="0" tIns="0" bIns="0">
            <a:normAutofit/>
          </a:bodyPr>
          <a:p>
            <a:endParaRPr b="0" lang="en-IN" sz="3200" spc="-1" strike="noStrike">
              <a:latin typeface="Arial"/>
            </a:endParaRPr>
          </a:p>
        </p:txBody>
      </p:sp>
      <p:sp>
        <p:nvSpPr>
          <p:cNvPr id="80" name="PlaceHolder 4"/>
          <p:cNvSpPr>
            <a:spLocks noGrp="1"/>
          </p:cNvSpPr>
          <p:nvPr>
            <p:ph type="body"/>
          </p:nvPr>
        </p:nvSpPr>
        <p:spPr>
          <a:xfrm>
            <a:off x="6636240" y="1769400"/>
            <a:ext cx="2919960" cy="2091960"/>
          </a:xfrm>
          <a:prstGeom prst="rect">
            <a:avLst/>
          </a:prstGeom>
        </p:spPr>
        <p:txBody>
          <a:bodyPr lIns="0" rIns="0" tIns="0" bIns="0">
            <a:normAutofit/>
          </a:bodyPr>
          <a:p>
            <a:endParaRPr b="0" lang="en-IN" sz="3200" spc="-1" strike="noStrike">
              <a:latin typeface="Arial"/>
            </a:endParaRPr>
          </a:p>
        </p:txBody>
      </p:sp>
      <p:sp>
        <p:nvSpPr>
          <p:cNvPr id="81" name="PlaceHolder 5"/>
          <p:cNvSpPr>
            <a:spLocks noGrp="1"/>
          </p:cNvSpPr>
          <p:nvPr>
            <p:ph type="body"/>
          </p:nvPr>
        </p:nvSpPr>
        <p:spPr>
          <a:xfrm>
            <a:off x="503640" y="4060440"/>
            <a:ext cx="2919960" cy="2091960"/>
          </a:xfrm>
          <a:prstGeom prst="rect">
            <a:avLst/>
          </a:prstGeom>
        </p:spPr>
        <p:txBody>
          <a:bodyPr lIns="0" rIns="0" tIns="0" bIns="0">
            <a:normAutofit/>
          </a:bodyPr>
          <a:p>
            <a:endParaRPr b="0" lang="en-IN" sz="3200" spc="-1" strike="noStrike">
              <a:latin typeface="Arial"/>
            </a:endParaRPr>
          </a:p>
        </p:txBody>
      </p:sp>
      <p:sp>
        <p:nvSpPr>
          <p:cNvPr id="82" name="PlaceHolder 6"/>
          <p:cNvSpPr>
            <a:spLocks noGrp="1"/>
          </p:cNvSpPr>
          <p:nvPr>
            <p:ph type="body"/>
          </p:nvPr>
        </p:nvSpPr>
        <p:spPr>
          <a:xfrm>
            <a:off x="3570120" y="4060440"/>
            <a:ext cx="2919960" cy="2091960"/>
          </a:xfrm>
          <a:prstGeom prst="rect">
            <a:avLst/>
          </a:prstGeom>
        </p:spPr>
        <p:txBody>
          <a:bodyPr lIns="0" rIns="0" tIns="0" bIns="0">
            <a:normAutofit/>
          </a:bodyPr>
          <a:p>
            <a:endParaRPr b="0" lang="en-IN" sz="3200" spc="-1" strike="noStrike">
              <a:latin typeface="Arial"/>
            </a:endParaRPr>
          </a:p>
        </p:txBody>
      </p:sp>
      <p:sp>
        <p:nvSpPr>
          <p:cNvPr id="83" name="PlaceHolder 7"/>
          <p:cNvSpPr>
            <a:spLocks noGrp="1"/>
          </p:cNvSpPr>
          <p:nvPr>
            <p:ph type="body"/>
          </p:nvPr>
        </p:nvSpPr>
        <p:spPr>
          <a:xfrm>
            <a:off x="6636240" y="4060440"/>
            <a:ext cx="291996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0"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91" name="PlaceHolder 2"/>
          <p:cNvSpPr>
            <a:spLocks noGrp="1"/>
          </p:cNvSpPr>
          <p:nvPr>
            <p:ph type="subTitle"/>
          </p:nvPr>
        </p:nvSpPr>
        <p:spPr>
          <a:xfrm>
            <a:off x="503640" y="1769400"/>
            <a:ext cx="9069120" cy="438588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93" name="PlaceHolder 2"/>
          <p:cNvSpPr>
            <a:spLocks noGrp="1"/>
          </p:cNvSpPr>
          <p:nvPr>
            <p:ph type="body"/>
          </p:nvPr>
        </p:nvSpPr>
        <p:spPr>
          <a:xfrm>
            <a:off x="503640" y="1769400"/>
            <a:ext cx="9069120" cy="4385880"/>
          </a:xfrm>
          <a:prstGeom prst="rect">
            <a:avLst/>
          </a:prstGeom>
        </p:spPr>
        <p:txBody>
          <a:bodyPr lIns="0" rIns="0" tIns="0" bIns="0">
            <a:normAutofit/>
          </a:bodyPr>
          <a:p>
            <a:endParaRPr b="0" lang="en-IN" sz="3200" spc="-1" strike="noStrike">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95" name="PlaceHolder 2"/>
          <p:cNvSpPr>
            <a:spLocks noGrp="1"/>
          </p:cNvSpPr>
          <p:nvPr>
            <p:ph type="body"/>
          </p:nvPr>
        </p:nvSpPr>
        <p:spPr>
          <a:xfrm>
            <a:off x="503640" y="1769400"/>
            <a:ext cx="4425480" cy="4385880"/>
          </a:xfrm>
          <a:prstGeom prst="rect">
            <a:avLst/>
          </a:prstGeom>
        </p:spPr>
        <p:txBody>
          <a:bodyPr lIns="0" rIns="0" tIns="0" bIns="0">
            <a:normAutofit/>
          </a:bodyPr>
          <a:p>
            <a:endParaRPr b="0" lang="en-IN" sz="3200" spc="-1" strike="noStrike">
              <a:latin typeface="Arial"/>
            </a:endParaRPr>
          </a:p>
        </p:txBody>
      </p:sp>
      <p:sp>
        <p:nvSpPr>
          <p:cNvPr id="96" name="PlaceHolder 3"/>
          <p:cNvSpPr>
            <a:spLocks noGrp="1"/>
          </p:cNvSpPr>
          <p:nvPr>
            <p:ph type="body"/>
          </p:nvPr>
        </p:nvSpPr>
        <p:spPr>
          <a:xfrm>
            <a:off x="5150880" y="1769400"/>
            <a:ext cx="4425480" cy="4385880"/>
          </a:xfrm>
          <a:prstGeom prst="rect">
            <a:avLst/>
          </a:prstGeom>
        </p:spPr>
        <p:txBody>
          <a:bodyPr lIns="0" rIns="0" tIns="0" bIns="0">
            <a:normAutofit/>
          </a:bodyPr>
          <a:p>
            <a:endParaRPr b="0" lang="en-IN" sz="3200" spc="-1" strike="noStrike">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7"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8" name="PlaceHolder 1"/>
          <p:cNvSpPr>
            <a:spLocks noGrp="1"/>
          </p:cNvSpPr>
          <p:nvPr>
            <p:ph type="subTitle"/>
          </p:nvPr>
        </p:nvSpPr>
        <p:spPr>
          <a:xfrm>
            <a:off x="503640" y="301680"/>
            <a:ext cx="9069120" cy="585360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100" name="PlaceHolder 2"/>
          <p:cNvSpPr>
            <a:spLocks noGrp="1"/>
          </p:cNvSpPr>
          <p:nvPr>
            <p:ph type="body"/>
          </p:nvPr>
        </p:nvSpPr>
        <p:spPr>
          <a:xfrm>
            <a:off x="503640" y="1769400"/>
            <a:ext cx="4425480" cy="2091960"/>
          </a:xfrm>
          <a:prstGeom prst="rect">
            <a:avLst/>
          </a:prstGeom>
        </p:spPr>
        <p:txBody>
          <a:bodyPr lIns="0" rIns="0" tIns="0" bIns="0">
            <a:normAutofit/>
          </a:bodyPr>
          <a:p>
            <a:endParaRPr b="0" lang="en-IN" sz="3200" spc="-1" strike="noStrike">
              <a:latin typeface="Arial"/>
            </a:endParaRPr>
          </a:p>
        </p:txBody>
      </p:sp>
      <p:sp>
        <p:nvSpPr>
          <p:cNvPr id="101" name="PlaceHolder 3"/>
          <p:cNvSpPr>
            <a:spLocks noGrp="1"/>
          </p:cNvSpPr>
          <p:nvPr>
            <p:ph type="body"/>
          </p:nvPr>
        </p:nvSpPr>
        <p:spPr>
          <a:xfrm>
            <a:off x="5150880" y="1769400"/>
            <a:ext cx="4425480" cy="4385880"/>
          </a:xfrm>
          <a:prstGeom prst="rect">
            <a:avLst/>
          </a:prstGeom>
        </p:spPr>
        <p:txBody>
          <a:bodyPr lIns="0" rIns="0" tIns="0" bIns="0">
            <a:normAutofit/>
          </a:bodyPr>
          <a:p>
            <a:endParaRPr b="0" lang="en-IN" sz="3200" spc="-1" strike="noStrike">
              <a:latin typeface="Arial"/>
            </a:endParaRPr>
          </a:p>
        </p:txBody>
      </p:sp>
      <p:sp>
        <p:nvSpPr>
          <p:cNvPr id="102" name="PlaceHolder 4"/>
          <p:cNvSpPr>
            <a:spLocks noGrp="1"/>
          </p:cNvSpPr>
          <p:nvPr>
            <p:ph type="body"/>
          </p:nvPr>
        </p:nvSpPr>
        <p:spPr>
          <a:xfrm>
            <a:off x="503640" y="4060440"/>
            <a:ext cx="442548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104" name="PlaceHolder 2"/>
          <p:cNvSpPr>
            <a:spLocks noGrp="1"/>
          </p:cNvSpPr>
          <p:nvPr>
            <p:ph type="body"/>
          </p:nvPr>
        </p:nvSpPr>
        <p:spPr>
          <a:xfrm>
            <a:off x="503640" y="1769400"/>
            <a:ext cx="4425480" cy="4385880"/>
          </a:xfrm>
          <a:prstGeom prst="rect">
            <a:avLst/>
          </a:prstGeom>
        </p:spPr>
        <p:txBody>
          <a:bodyPr lIns="0" rIns="0" tIns="0" bIns="0">
            <a:normAutofit/>
          </a:bodyPr>
          <a:p>
            <a:endParaRPr b="0" lang="en-IN" sz="3200" spc="-1" strike="noStrike">
              <a:latin typeface="Arial"/>
            </a:endParaRPr>
          </a:p>
        </p:txBody>
      </p:sp>
      <p:sp>
        <p:nvSpPr>
          <p:cNvPr id="105" name="PlaceHolder 3"/>
          <p:cNvSpPr>
            <a:spLocks noGrp="1"/>
          </p:cNvSpPr>
          <p:nvPr>
            <p:ph type="body"/>
          </p:nvPr>
        </p:nvSpPr>
        <p:spPr>
          <a:xfrm>
            <a:off x="5150880" y="1769400"/>
            <a:ext cx="4425480" cy="2091960"/>
          </a:xfrm>
          <a:prstGeom prst="rect">
            <a:avLst/>
          </a:prstGeom>
        </p:spPr>
        <p:txBody>
          <a:bodyPr lIns="0" rIns="0" tIns="0" bIns="0">
            <a:normAutofit/>
          </a:bodyPr>
          <a:p>
            <a:endParaRPr b="0" lang="en-IN" sz="3200" spc="-1" strike="noStrike">
              <a:latin typeface="Arial"/>
            </a:endParaRPr>
          </a:p>
        </p:txBody>
      </p:sp>
      <p:sp>
        <p:nvSpPr>
          <p:cNvPr id="106" name="PlaceHolder 4"/>
          <p:cNvSpPr>
            <a:spLocks noGrp="1"/>
          </p:cNvSpPr>
          <p:nvPr>
            <p:ph type="body"/>
          </p:nvPr>
        </p:nvSpPr>
        <p:spPr>
          <a:xfrm>
            <a:off x="5150880" y="4060440"/>
            <a:ext cx="442548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108" name="PlaceHolder 2"/>
          <p:cNvSpPr>
            <a:spLocks noGrp="1"/>
          </p:cNvSpPr>
          <p:nvPr>
            <p:ph type="body"/>
          </p:nvPr>
        </p:nvSpPr>
        <p:spPr>
          <a:xfrm>
            <a:off x="503640" y="1769400"/>
            <a:ext cx="4425480" cy="2091960"/>
          </a:xfrm>
          <a:prstGeom prst="rect">
            <a:avLst/>
          </a:prstGeom>
        </p:spPr>
        <p:txBody>
          <a:bodyPr lIns="0" rIns="0" tIns="0" bIns="0">
            <a:normAutofit/>
          </a:bodyPr>
          <a:p>
            <a:endParaRPr b="0" lang="en-IN" sz="3200" spc="-1" strike="noStrike">
              <a:latin typeface="Arial"/>
            </a:endParaRPr>
          </a:p>
        </p:txBody>
      </p:sp>
      <p:sp>
        <p:nvSpPr>
          <p:cNvPr id="109" name="PlaceHolder 3"/>
          <p:cNvSpPr>
            <a:spLocks noGrp="1"/>
          </p:cNvSpPr>
          <p:nvPr>
            <p:ph type="body"/>
          </p:nvPr>
        </p:nvSpPr>
        <p:spPr>
          <a:xfrm>
            <a:off x="5150880" y="1769400"/>
            <a:ext cx="4425480" cy="2091960"/>
          </a:xfrm>
          <a:prstGeom prst="rect">
            <a:avLst/>
          </a:prstGeom>
        </p:spPr>
        <p:txBody>
          <a:bodyPr lIns="0" rIns="0" tIns="0" bIns="0">
            <a:normAutofit/>
          </a:bodyPr>
          <a:p>
            <a:endParaRPr b="0" lang="en-IN" sz="3200" spc="-1" strike="noStrike">
              <a:latin typeface="Arial"/>
            </a:endParaRPr>
          </a:p>
        </p:txBody>
      </p:sp>
      <p:sp>
        <p:nvSpPr>
          <p:cNvPr id="110" name="PlaceHolder 4"/>
          <p:cNvSpPr>
            <a:spLocks noGrp="1"/>
          </p:cNvSpPr>
          <p:nvPr>
            <p:ph type="body"/>
          </p:nvPr>
        </p:nvSpPr>
        <p:spPr>
          <a:xfrm>
            <a:off x="503640" y="4060440"/>
            <a:ext cx="906912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112" name="PlaceHolder 2"/>
          <p:cNvSpPr>
            <a:spLocks noGrp="1"/>
          </p:cNvSpPr>
          <p:nvPr>
            <p:ph type="body"/>
          </p:nvPr>
        </p:nvSpPr>
        <p:spPr>
          <a:xfrm>
            <a:off x="503640" y="1769400"/>
            <a:ext cx="9069120" cy="2091960"/>
          </a:xfrm>
          <a:prstGeom prst="rect">
            <a:avLst/>
          </a:prstGeom>
        </p:spPr>
        <p:txBody>
          <a:bodyPr lIns="0" rIns="0" tIns="0" bIns="0">
            <a:normAutofit/>
          </a:bodyPr>
          <a:p>
            <a:endParaRPr b="0" lang="en-IN" sz="3200" spc="-1" strike="noStrike">
              <a:latin typeface="Arial"/>
            </a:endParaRPr>
          </a:p>
        </p:txBody>
      </p:sp>
      <p:sp>
        <p:nvSpPr>
          <p:cNvPr id="113" name="PlaceHolder 3"/>
          <p:cNvSpPr>
            <a:spLocks noGrp="1"/>
          </p:cNvSpPr>
          <p:nvPr>
            <p:ph type="body"/>
          </p:nvPr>
        </p:nvSpPr>
        <p:spPr>
          <a:xfrm>
            <a:off x="503640" y="4060440"/>
            <a:ext cx="906912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115" name="PlaceHolder 2"/>
          <p:cNvSpPr>
            <a:spLocks noGrp="1"/>
          </p:cNvSpPr>
          <p:nvPr>
            <p:ph type="body"/>
          </p:nvPr>
        </p:nvSpPr>
        <p:spPr>
          <a:xfrm>
            <a:off x="503640" y="1769400"/>
            <a:ext cx="4425480" cy="2091960"/>
          </a:xfrm>
          <a:prstGeom prst="rect">
            <a:avLst/>
          </a:prstGeom>
        </p:spPr>
        <p:txBody>
          <a:bodyPr lIns="0" rIns="0" tIns="0" bIns="0">
            <a:normAutofit/>
          </a:bodyPr>
          <a:p>
            <a:endParaRPr b="0" lang="en-IN" sz="3200" spc="-1" strike="noStrike">
              <a:latin typeface="Arial"/>
            </a:endParaRPr>
          </a:p>
        </p:txBody>
      </p:sp>
      <p:sp>
        <p:nvSpPr>
          <p:cNvPr id="116" name="PlaceHolder 3"/>
          <p:cNvSpPr>
            <a:spLocks noGrp="1"/>
          </p:cNvSpPr>
          <p:nvPr>
            <p:ph type="body"/>
          </p:nvPr>
        </p:nvSpPr>
        <p:spPr>
          <a:xfrm>
            <a:off x="5150880" y="1769400"/>
            <a:ext cx="4425480" cy="2091960"/>
          </a:xfrm>
          <a:prstGeom prst="rect">
            <a:avLst/>
          </a:prstGeom>
        </p:spPr>
        <p:txBody>
          <a:bodyPr lIns="0" rIns="0" tIns="0" bIns="0">
            <a:normAutofit/>
          </a:bodyPr>
          <a:p>
            <a:endParaRPr b="0" lang="en-IN" sz="3200" spc="-1" strike="noStrike">
              <a:latin typeface="Arial"/>
            </a:endParaRPr>
          </a:p>
        </p:txBody>
      </p:sp>
      <p:sp>
        <p:nvSpPr>
          <p:cNvPr id="117" name="PlaceHolder 4"/>
          <p:cNvSpPr>
            <a:spLocks noGrp="1"/>
          </p:cNvSpPr>
          <p:nvPr>
            <p:ph type="body"/>
          </p:nvPr>
        </p:nvSpPr>
        <p:spPr>
          <a:xfrm>
            <a:off x="503640" y="4060440"/>
            <a:ext cx="4425480" cy="2091960"/>
          </a:xfrm>
          <a:prstGeom prst="rect">
            <a:avLst/>
          </a:prstGeom>
        </p:spPr>
        <p:txBody>
          <a:bodyPr lIns="0" rIns="0" tIns="0" bIns="0">
            <a:normAutofit/>
          </a:bodyPr>
          <a:p>
            <a:endParaRPr b="0" lang="en-IN" sz="3200" spc="-1" strike="noStrike">
              <a:latin typeface="Arial"/>
            </a:endParaRPr>
          </a:p>
        </p:txBody>
      </p:sp>
      <p:sp>
        <p:nvSpPr>
          <p:cNvPr id="118" name="PlaceHolder 5"/>
          <p:cNvSpPr>
            <a:spLocks noGrp="1"/>
          </p:cNvSpPr>
          <p:nvPr>
            <p:ph type="body"/>
          </p:nvPr>
        </p:nvSpPr>
        <p:spPr>
          <a:xfrm>
            <a:off x="5150880" y="4060440"/>
            <a:ext cx="442548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120" name="PlaceHolder 2"/>
          <p:cNvSpPr>
            <a:spLocks noGrp="1"/>
          </p:cNvSpPr>
          <p:nvPr>
            <p:ph type="body"/>
          </p:nvPr>
        </p:nvSpPr>
        <p:spPr>
          <a:xfrm>
            <a:off x="503640" y="1769400"/>
            <a:ext cx="2919960" cy="2091960"/>
          </a:xfrm>
          <a:prstGeom prst="rect">
            <a:avLst/>
          </a:prstGeom>
        </p:spPr>
        <p:txBody>
          <a:bodyPr lIns="0" rIns="0" tIns="0" bIns="0">
            <a:normAutofit/>
          </a:bodyPr>
          <a:p>
            <a:endParaRPr b="0" lang="en-IN" sz="3200" spc="-1" strike="noStrike">
              <a:latin typeface="Arial"/>
            </a:endParaRPr>
          </a:p>
        </p:txBody>
      </p:sp>
      <p:sp>
        <p:nvSpPr>
          <p:cNvPr id="121" name="PlaceHolder 3"/>
          <p:cNvSpPr>
            <a:spLocks noGrp="1"/>
          </p:cNvSpPr>
          <p:nvPr>
            <p:ph type="body"/>
          </p:nvPr>
        </p:nvSpPr>
        <p:spPr>
          <a:xfrm>
            <a:off x="3570120" y="1769400"/>
            <a:ext cx="2919960" cy="2091960"/>
          </a:xfrm>
          <a:prstGeom prst="rect">
            <a:avLst/>
          </a:prstGeom>
        </p:spPr>
        <p:txBody>
          <a:bodyPr lIns="0" rIns="0" tIns="0" bIns="0">
            <a:normAutofit/>
          </a:bodyPr>
          <a:p>
            <a:endParaRPr b="0" lang="en-IN" sz="3200" spc="-1" strike="noStrike">
              <a:latin typeface="Arial"/>
            </a:endParaRPr>
          </a:p>
        </p:txBody>
      </p:sp>
      <p:sp>
        <p:nvSpPr>
          <p:cNvPr id="122" name="PlaceHolder 4"/>
          <p:cNvSpPr>
            <a:spLocks noGrp="1"/>
          </p:cNvSpPr>
          <p:nvPr>
            <p:ph type="body"/>
          </p:nvPr>
        </p:nvSpPr>
        <p:spPr>
          <a:xfrm>
            <a:off x="6636240" y="1769400"/>
            <a:ext cx="2919960" cy="2091960"/>
          </a:xfrm>
          <a:prstGeom prst="rect">
            <a:avLst/>
          </a:prstGeom>
        </p:spPr>
        <p:txBody>
          <a:bodyPr lIns="0" rIns="0" tIns="0" bIns="0">
            <a:normAutofit/>
          </a:bodyPr>
          <a:p>
            <a:endParaRPr b="0" lang="en-IN" sz="3200" spc="-1" strike="noStrike">
              <a:latin typeface="Arial"/>
            </a:endParaRPr>
          </a:p>
        </p:txBody>
      </p:sp>
      <p:sp>
        <p:nvSpPr>
          <p:cNvPr id="123" name="PlaceHolder 5"/>
          <p:cNvSpPr>
            <a:spLocks noGrp="1"/>
          </p:cNvSpPr>
          <p:nvPr>
            <p:ph type="body"/>
          </p:nvPr>
        </p:nvSpPr>
        <p:spPr>
          <a:xfrm>
            <a:off x="503640" y="4060440"/>
            <a:ext cx="2919960" cy="2091960"/>
          </a:xfrm>
          <a:prstGeom prst="rect">
            <a:avLst/>
          </a:prstGeom>
        </p:spPr>
        <p:txBody>
          <a:bodyPr lIns="0" rIns="0" tIns="0" bIns="0">
            <a:normAutofit/>
          </a:bodyPr>
          <a:p>
            <a:endParaRPr b="0" lang="en-IN" sz="3200" spc="-1" strike="noStrike">
              <a:latin typeface="Arial"/>
            </a:endParaRPr>
          </a:p>
        </p:txBody>
      </p:sp>
      <p:sp>
        <p:nvSpPr>
          <p:cNvPr id="124" name="PlaceHolder 6"/>
          <p:cNvSpPr>
            <a:spLocks noGrp="1"/>
          </p:cNvSpPr>
          <p:nvPr>
            <p:ph type="body"/>
          </p:nvPr>
        </p:nvSpPr>
        <p:spPr>
          <a:xfrm>
            <a:off x="3570120" y="4060440"/>
            <a:ext cx="2919960" cy="2091960"/>
          </a:xfrm>
          <a:prstGeom prst="rect">
            <a:avLst/>
          </a:prstGeom>
        </p:spPr>
        <p:txBody>
          <a:bodyPr lIns="0" rIns="0" tIns="0" bIns="0">
            <a:normAutofit/>
          </a:bodyPr>
          <a:p>
            <a:endParaRPr b="0" lang="en-IN" sz="3200" spc="-1" strike="noStrike">
              <a:latin typeface="Arial"/>
            </a:endParaRPr>
          </a:p>
        </p:txBody>
      </p:sp>
      <p:sp>
        <p:nvSpPr>
          <p:cNvPr id="125" name="PlaceHolder 7"/>
          <p:cNvSpPr>
            <a:spLocks noGrp="1"/>
          </p:cNvSpPr>
          <p:nvPr>
            <p:ph type="body"/>
          </p:nvPr>
        </p:nvSpPr>
        <p:spPr>
          <a:xfrm>
            <a:off x="6636240" y="4060440"/>
            <a:ext cx="291996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2"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133" name="PlaceHolder 2"/>
          <p:cNvSpPr>
            <a:spLocks noGrp="1"/>
          </p:cNvSpPr>
          <p:nvPr>
            <p:ph type="subTitle"/>
          </p:nvPr>
        </p:nvSpPr>
        <p:spPr>
          <a:xfrm>
            <a:off x="503640" y="1769400"/>
            <a:ext cx="9069120" cy="438588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4"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135" name="PlaceHolder 2"/>
          <p:cNvSpPr>
            <a:spLocks noGrp="1"/>
          </p:cNvSpPr>
          <p:nvPr>
            <p:ph type="body"/>
          </p:nvPr>
        </p:nvSpPr>
        <p:spPr>
          <a:xfrm>
            <a:off x="503640" y="1769400"/>
            <a:ext cx="9069120" cy="4385880"/>
          </a:xfrm>
          <a:prstGeom prst="rect">
            <a:avLst/>
          </a:prstGeom>
        </p:spPr>
        <p:txBody>
          <a:bodyPr lIns="0" rIns="0" tIns="0" bIns="0">
            <a:normAutofit/>
          </a:bodyPr>
          <a:p>
            <a:endParaRPr b="0" lang="en-IN" sz="3200" spc="-1" strike="noStrike">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137" name="PlaceHolder 2"/>
          <p:cNvSpPr>
            <a:spLocks noGrp="1"/>
          </p:cNvSpPr>
          <p:nvPr>
            <p:ph type="body"/>
          </p:nvPr>
        </p:nvSpPr>
        <p:spPr>
          <a:xfrm>
            <a:off x="503640" y="1769400"/>
            <a:ext cx="4425480" cy="4385880"/>
          </a:xfrm>
          <a:prstGeom prst="rect">
            <a:avLst/>
          </a:prstGeom>
        </p:spPr>
        <p:txBody>
          <a:bodyPr lIns="0" rIns="0" tIns="0" bIns="0">
            <a:normAutofit/>
          </a:bodyPr>
          <a:p>
            <a:endParaRPr b="0" lang="en-IN" sz="3200" spc="-1" strike="noStrike">
              <a:latin typeface="Arial"/>
            </a:endParaRPr>
          </a:p>
        </p:txBody>
      </p:sp>
      <p:sp>
        <p:nvSpPr>
          <p:cNvPr id="138" name="PlaceHolder 3"/>
          <p:cNvSpPr>
            <a:spLocks noGrp="1"/>
          </p:cNvSpPr>
          <p:nvPr>
            <p:ph type="body"/>
          </p:nvPr>
        </p:nvSpPr>
        <p:spPr>
          <a:xfrm>
            <a:off x="5150880" y="1769400"/>
            <a:ext cx="4425480" cy="4385880"/>
          </a:xfrm>
          <a:prstGeom prst="rect">
            <a:avLst/>
          </a:prstGeom>
        </p:spPr>
        <p:txBody>
          <a:bodyPr lIns="0" rIns="0" tIns="0" bIns="0">
            <a:normAutofit/>
          </a:bodyPr>
          <a:p>
            <a:endParaRPr b="0" lang="en-IN" sz="3200" spc="-1" strike="noStrike">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9"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0" name="PlaceHolder 1"/>
          <p:cNvSpPr>
            <a:spLocks noGrp="1"/>
          </p:cNvSpPr>
          <p:nvPr>
            <p:ph type="subTitle"/>
          </p:nvPr>
        </p:nvSpPr>
        <p:spPr>
          <a:xfrm>
            <a:off x="503640" y="301680"/>
            <a:ext cx="9069120" cy="585360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142" name="PlaceHolder 2"/>
          <p:cNvSpPr>
            <a:spLocks noGrp="1"/>
          </p:cNvSpPr>
          <p:nvPr>
            <p:ph type="body"/>
          </p:nvPr>
        </p:nvSpPr>
        <p:spPr>
          <a:xfrm>
            <a:off x="503640" y="1769400"/>
            <a:ext cx="4425480" cy="2091960"/>
          </a:xfrm>
          <a:prstGeom prst="rect">
            <a:avLst/>
          </a:prstGeom>
        </p:spPr>
        <p:txBody>
          <a:bodyPr lIns="0" rIns="0" tIns="0" bIns="0">
            <a:normAutofit/>
          </a:bodyPr>
          <a:p>
            <a:endParaRPr b="0" lang="en-IN" sz="3200" spc="-1" strike="noStrike">
              <a:latin typeface="Arial"/>
            </a:endParaRPr>
          </a:p>
        </p:txBody>
      </p:sp>
      <p:sp>
        <p:nvSpPr>
          <p:cNvPr id="143" name="PlaceHolder 3"/>
          <p:cNvSpPr>
            <a:spLocks noGrp="1"/>
          </p:cNvSpPr>
          <p:nvPr>
            <p:ph type="body"/>
          </p:nvPr>
        </p:nvSpPr>
        <p:spPr>
          <a:xfrm>
            <a:off x="5150880" y="1769400"/>
            <a:ext cx="4425480" cy="4385880"/>
          </a:xfrm>
          <a:prstGeom prst="rect">
            <a:avLst/>
          </a:prstGeom>
        </p:spPr>
        <p:txBody>
          <a:bodyPr lIns="0" rIns="0" tIns="0" bIns="0">
            <a:normAutofit/>
          </a:bodyPr>
          <a:p>
            <a:endParaRPr b="0" lang="en-IN" sz="3200" spc="-1" strike="noStrike">
              <a:latin typeface="Arial"/>
            </a:endParaRPr>
          </a:p>
        </p:txBody>
      </p:sp>
      <p:sp>
        <p:nvSpPr>
          <p:cNvPr id="144" name="PlaceHolder 4"/>
          <p:cNvSpPr>
            <a:spLocks noGrp="1"/>
          </p:cNvSpPr>
          <p:nvPr>
            <p:ph type="body"/>
          </p:nvPr>
        </p:nvSpPr>
        <p:spPr>
          <a:xfrm>
            <a:off x="503640" y="4060440"/>
            <a:ext cx="442548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146" name="PlaceHolder 2"/>
          <p:cNvSpPr>
            <a:spLocks noGrp="1"/>
          </p:cNvSpPr>
          <p:nvPr>
            <p:ph type="body"/>
          </p:nvPr>
        </p:nvSpPr>
        <p:spPr>
          <a:xfrm>
            <a:off x="503640" y="1769400"/>
            <a:ext cx="4425480" cy="4385880"/>
          </a:xfrm>
          <a:prstGeom prst="rect">
            <a:avLst/>
          </a:prstGeom>
        </p:spPr>
        <p:txBody>
          <a:bodyPr lIns="0" rIns="0" tIns="0" bIns="0">
            <a:normAutofit/>
          </a:bodyPr>
          <a:p>
            <a:endParaRPr b="0" lang="en-IN" sz="3200" spc="-1" strike="noStrike">
              <a:latin typeface="Arial"/>
            </a:endParaRPr>
          </a:p>
        </p:txBody>
      </p:sp>
      <p:sp>
        <p:nvSpPr>
          <p:cNvPr id="147" name="PlaceHolder 3"/>
          <p:cNvSpPr>
            <a:spLocks noGrp="1"/>
          </p:cNvSpPr>
          <p:nvPr>
            <p:ph type="body"/>
          </p:nvPr>
        </p:nvSpPr>
        <p:spPr>
          <a:xfrm>
            <a:off x="5150880" y="1769400"/>
            <a:ext cx="4425480" cy="2091960"/>
          </a:xfrm>
          <a:prstGeom prst="rect">
            <a:avLst/>
          </a:prstGeom>
        </p:spPr>
        <p:txBody>
          <a:bodyPr lIns="0" rIns="0" tIns="0" bIns="0">
            <a:normAutofit/>
          </a:bodyPr>
          <a:p>
            <a:endParaRPr b="0" lang="en-IN" sz="3200" spc="-1" strike="noStrike">
              <a:latin typeface="Arial"/>
            </a:endParaRPr>
          </a:p>
        </p:txBody>
      </p:sp>
      <p:sp>
        <p:nvSpPr>
          <p:cNvPr id="148" name="PlaceHolder 4"/>
          <p:cNvSpPr>
            <a:spLocks noGrp="1"/>
          </p:cNvSpPr>
          <p:nvPr>
            <p:ph type="body"/>
          </p:nvPr>
        </p:nvSpPr>
        <p:spPr>
          <a:xfrm>
            <a:off x="5150880" y="4060440"/>
            <a:ext cx="442548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150" name="PlaceHolder 2"/>
          <p:cNvSpPr>
            <a:spLocks noGrp="1"/>
          </p:cNvSpPr>
          <p:nvPr>
            <p:ph type="body"/>
          </p:nvPr>
        </p:nvSpPr>
        <p:spPr>
          <a:xfrm>
            <a:off x="503640" y="1769400"/>
            <a:ext cx="4425480" cy="2091960"/>
          </a:xfrm>
          <a:prstGeom prst="rect">
            <a:avLst/>
          </a:prstGeom>
        </p:spPr>
        <p:txBody>
          <a:bodyPr lIns="0" rIns="0" tIns="0" bIns="0">
            <a:normAutofit/>
          </a:bodyPr>
          <a:p>
            <a:endParaRPr b="0" lang="en-IN" sz="3200" spc="-1" strike="noStrike">
              <a:latin typeface="Arial"/>
            </a:endParaRPr>
          </a:p>
        </p:txBody>
      </p:sp>
      <p:sp>
        <p:nvSpPr>
          <p:cNvPr id="151" name="PlaceHolder 3"/>
          <p:cNvSpPr>
            <a:spLocks noGrp="1"/>
          </p:cNvSpPr>
          <p:nvPr>
            <p:ph type="body"/>
          </p:nvPr>
        </p:nvSpPr>
        <p:spPr>
          <a:xfrm>
            <a:off x="5150880" y="1769400"/>
            <a:ext cx="4425480" cy="2091960"/>
          </a:xfrm>
          <a:prstGeom prst="rect">
            <a:avLst/>
          </a:prstGeom>
        </p:spPr>
        <p:txBody>
          <a:bodyPr lIns="0" rIns="0" tIns="0" bIns="0">
            <a:normAutofit/>
          </a:bodyPr>
          <a:p>
            <a:endParaRPr b="0" lang="en-IN" sz="3200" spc="-1" strike="noStrike">
              <a:latin typeface="Arial"/>
            </a:endParaRPr>
          </a:p>
        </p:txBody>
      </p:sp>
      <p:sp>
        <p:nvSpPr>
          <p:cNvPr id="152" name="PlaceHolder 4"/>
          <p:cNvSpPr>
            <a:spLocks noGrp="1"/>
          </p:cNvSpPr>
          <p:nvPr>
            <p:ph type="body"/>
          </p:nvPr>
        </p:nvSpPr>
        <p:spPr>
          <a:xfrm>
            <a:off x="503640" y="4060440"/>
            <a:ext cx="906912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154" name="PlaceHolder 2"/>
          <p:cNvSpPr>
            <a:spLocks noGrp="1"/>
          </p:cNvSpPr>
          <p:nvPr>
            <p:ph type="body"/>
          </p:nvPr>
        </p:nvSpPr>
        <p:spPr>
          <a:xfrm>
            <a:off x="503640" y="1769400"/>
            <a:ext cx="9069120" cy="2091960"/>
          </a:xfrm>
          <a:prstGeom prst="rect">
            <a:avLst/>
          </a:prstGeom>
        </p:spPr>
        <p:txBody>
          <a:bodyPr lIns="0" rIns="0" tIns="0" bIns="0">
            <a:normAutofit/>
          </a:bodyPr>
          <a:p>
            <a:endParaRPr b="0" lang="en-IN" sz="3200" spc="-1" strike="noStrike">
              <a:latin typeface="Arial"/>
            </a:endParaRPr>
          </a:p>
        </p:txBody>
      </p:sp>
      <p:sp>
        <p:nvSpPr>
          <p:cNvPr id="155" name="PlaceHolder 3"/>
          <p:cNvSpPr>
            <a:spLocks noGrp="1"/>
          </p:cNvSpPr>
          <p:nvPr>
            <p:ph type="body"/>
          </p:nvPr>
        </p:nvSpPr>
        <p:spPr>
          <a:xfrm>
            <a:off x="503640" y="4060440"/>
            <a:ext cx="906912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56"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157" name="PlaceHolder 2"/>
          <p:cNvSpPr>
            <a:spLocks noGrp="1"/>
          </p:cNvSpPr>
          <p:nvPr>
            <p:ph type="body"/>
          </p:nvPr>
        </p:nvSpPr>
        <p:spPr>
          <a:xfrm>
            <a:off x="503640" y="1769400"/>
            <a:ext cx="4425480" cy="2091960"/>
          </a:xfrm>
          <a:prstGeom prst="rect">
            <a:avLst/>
          </a:prstGeom>
        </p:spPr>
        <p:txBody>
          <a:bodyPr lIns="0" rIns="0" tIns="0" bIns="0">
            <a:normAutofit/>
          </a:bodyPr>
          <a:p>
            <a:endParaRPr b="0" lang="en-IN" sz="3200" spc="-1" strike="noStrike">
              <a:latin typeface="Arial"/>
            </a:endParaRPr>
          </a:p>
        </p:txBody>
      </p:sp>
      <p:sp>
        <p:nvSpPr>
          <p:cNvPr id="158" name="PlaceHolder 3"/>
          <p:cNvSpPr>
            <a:spLocks noGrp="1"/>
          </p:cNvSpPr>
          <p:nvPr>
            <p:ph type="body"/>
          </p:nvPr>
        </p:nvSpPr>
        <p:spPr>
          <a:xfrm>
            <a:off x="5150880" y="1769400"/>
            <a:ext cx="4425480" cy="2091960"/>
          </a:xfrm>
          <a:prstGeom prst="rect">
            <a:avLst/>
          </a:prstGeom>
        </p:spPr>
        <p:txBody>
          <a:bodyPr lIns="0" rIns="0" tIns="0" bIns="0">
            <a:normAutofit/>
          </a:bodyPr>
          <a:p>
            <a:endParaRPr b="0" lang="en-IN" sz="3200" spc="-1" strike="noStrike">
              <a:latin typeface="Arial"/>
            </a:endParaRPr>
          </a:p>
        </p:txBody>
      </p:sp>
      <p:sp>
        <p:nvSpPr>
          <p:cNvPr id="159" name="PlaceHolder 4"/>
          <p:cNvSpPr>
            <a:spLocks noGrp="1"/>
          </p:cNvSpPr>
          <p:nvPr>
            <p:ph type="body"/>
          </p:nvPr>
        </p:nvSpPr>
        <p:spPr>
          <a:xfrm>
            <a:off x="503640" y="4060440"/>
            <a:ext cx="4425480" cy="2091960"/>
          </a:xfrm>
          <a:prstGeom prst="rect">
            <a:avLst/>
          </a:prstGeom>
        </p:spPr>
        <p:txBody>
          <a:bodyPr lIns="0" rIns="0" tIns="0" bIns="0">
            <a:normAutofit/>
          </a:bodyPr>
          <a:p>
            <a:endParaRPr b="0" lang="en-IN" sz="3200" spc="-1" strike="noStrike">
              <a:latin typeface="Arial"/>
            </a:endParaRPr>
          </a:p>
        </p:txBody>
      </p:sp>
      <p:sp>
        <p:nvSpPr>
          <p:cNvPr id="160" name="PlaceHolder 5"/>
          <p:cNvSpPr>
            <a:spLocks noGrp="1"/>
          </p:cNvSpPr>
          <p:nvPr>
            <p:ph type="body"/>
          </p:nvPr>
        </p:nvSpPr>
        <p:spPr>
          <a:xfrm>
            <a:off x="5150880" y="4060440"/>
            <a:ext cx="442548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1"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162" name="PlaceHolder 2"/>
          <p:cNvSpPr>
            <a:spLocks noGrp="1"/>
          </p:cNvSpPr>
          <p:nvPr>
            <p:ph type="body"/>
          </p:nvPr>
        </p:nvSpPr>
        <p:spPr>
          <a:xfrm>
            <a:off x="503640" y="1769400"/>
            <a:ext cx="2919960" cy="2091960"/>
          </a:xfrm>
          <a:prstGeom prst="rect">
            <a:avLst/>
          </a:prstGeom>
        </p:spPr>
        <p:txBody>
          <a:bodyPr lIns="0" rIns="0" tIns="0" bIns="0">
            <a:normAutofit/>
          </a:bodyPr>
          <a:p>
            <a:endParaRPr b="0" lang="en-IN" sz="3200" spc="-1" strike="noStrike">
              <a:latin typeface="Arial"/>
            </a:endParaRPr>
          </a:p>
        </p:txBody>
      </p:sp>
      <p:sp>
        <p:nvSpPr>
          <p:cNvPr id="163" name="PlaceHolder 3"/>
          <p:cNvSpPr>
            <a:spLocks noGrp="1"/>
          </p:cNvSpPr>
          <p:nvPr>
            <p:ph type="body"/>
          </p:nvPr>
        </p:nvSpPr>
        <p:spPr>
          <a:xfrm>
            <a:off x="3570120" y="1769400"/>
            <a:ext cx="2919960" cy="2091960"/>
          </a:xfrm>
          <a:prstGeom prst="rect">
            <a:avLst/>
          </a:prstGeom>
        </p:spPr>
        <p:txBody>
          <a:bodyPr lIns="0" rIns="0" tIns="0" bIns="0">
            <a:normAutofit/>
          </a:bodyPr>
          <a:p>
            <a:endParaRPr b="0" lang="en-IN" sz="3200" spc="-1" strike="noStrike">
              <a:latin typeface="Arial"/>
            </a:endParaRPr>
          </a:p>
        </p:txBody>
      </p:sp>
      <p:sp>
        <p:nvSpPr>
          <p:cNvPr id="164" name="PlaceHolder 4"/>
          <p:cNvSpPr>
            <a:spLocks noGrp="1"/>
          </p:cNvSpPr>
          <p:nvPr>
            <p:ph type="body"/>
          </p:nvPr>
        </p:nvSpPr>
        <p:spPr>
          <a:xfrm>
            <a:off x="6636240" y="1769400"/>
            <a:ext cx="2919960" cy="2091960"/>
          </a:xfrm>
          <a:prstGeom prst="rect">
            <a:avLst/>
          </a:prstGeom>
        </p:spPr>
        <p:txBody>
          <a:bodyPr lIns="0" rIns="0" tIns="0" bIns="0">
            <a:normAutofit/>
          </a:bodyPr>
          <a:p>
            <a:endParaRPr b="0" lang="en-IN" sz="3200" spc="-1" strike="noStrike">
              <a:latin typeface="Arial"/>
            </a:endParaRPr>
          </a:p>
        </p:txBody>
      </p:sp>
      <p:sp>
        <p:nvSpPr>
          <p:cNvPr id="165" name="PlaceHolder 5"/>
          <p:cNvSpPr>
            <a:spLocks noGrp="1"/>
          </p:cNvSpPr>
          <p:nvPr>
            <p:ph type="body"/>
          </p:nvPr>
        </p:nvSpPr>
        <p:spPr>
          <a:xfrm>
            <a:off x="503640" y="4060440"/>
            <a:ext cx="2919960" cy="2091960"/>
          </a:xfrm>
          <a:prstGeom prst="rect">
            <a:avLst/>
          </a:prstGeom>
        </p:spPr>
        <p:txBody>
          <a:bodyPr lIns="0" rIns="0" tIns="0" bIns="0">
            <a:normAutofit/>
          </a:bodyPr>
          <a:p>
            <a:endParaRPr b="0" lang="en-IN" sz="3200" spc="-1" strike="noStrike">
              <a:latin typeface="Arial"/>
            </a:endParaRPr>
          </a:p>
        </p:txBody>
      </p:sp>
      <p:sp>
        <p:nvSpPr>
          <p:cNvPr id="166" name="PlaceHolder 6"/>
          <p:cNvSpPr>
            <a:spLocks noGrp="1"/>
          </p:cNvSpPr>
          <p:nvPr>
            <p:ph type="body"/>
          </p:nvPr>
        </p:nvSpPr>
        <p:spPr>
          <a:xfrm>
            <a:off x="3570120" y="4060440"/>
            <a:ext cx="2919960" cy="2091960"/>
          </a:xfrm>
          <a:prstGeom prst="rect">
            <a:avLst/>
          </a:prstGeom>
        </p:spPr>
        <p:txBody>
          <a:bodyPr lIns="0" rIns="0" tIns="0" bIns="0">
            <a:normAutofit/>
          </a:bodyPr>
          <a:p>
            <a:endParaRPr b="0" lang="en-IN" sz="3200" spc="-1" strike="noStrike">
              <a:latin typeface="Arial"/>
            </a:endParaRPr>
          </a:p>
        </p:txBody>
      </p:sp>
      <p:sp>
        <p:nvSpPr>
          <p:cNvPr id="167" name="PlaceHolder 7"/>
          <p:cNvSpPr>
            <a:spLocks noGrp="1"/>
          </p:cNvSpPr>
          <p:nvPr>
            <p:ph type="body"/>
          </p:nvPr>
        </p:nvSpPr>
        <p:spPr>
          <a:xfrm>
            <a:off x="6636240" y="4060440"/>
            <a:ext cx="291996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74"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175" name="PlaceHolder 2"/>
          <p:cNvSpPr>
            <a:spLocks noGrp="1"/>
          </p:cNvSpPr>
          <p:nvPr>
            <p:ph type="subTitle"/>
          </p:nvPr>
        </p:nvSpPr>
        <p:spPr>
          <a:xfrm>
            <a:off x="503640" y="1769400"/>
            <a:ext cx="9069120" cy="438588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76"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177" name="PlaceHolder 2"/>
          <p:cNvSpPr>
            <a:spLocks noGrp="1"/>
          </p:cNvSpPr>
          <p:nvPr>
            <p:ph type="body"/>
          </p:nvPr>
        </p:nvSpPr>
        <p:spPr>
          <a:xfrm>
            <a:off x="503640" y="1769400"/>
            <a:ext cx="9069120" cy="4385880"/>
          </a:xfrm>
          <a:prstGeom prst="rect">
            <a:avLst/>
          </a:prstGeom>
        </p:spPr>
        <p:txBody>
          <a:bodyPr lIns="0" rIns="0" tIns="0" bIns="0">
            <a:normAutofit/>
          </a:bodyPr>
          <a:p>
            <a:endParaRPr b="0" lang="en-IN" sz="3200" spc="-1" strike="noStrike">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78"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179" name="PlaceHolder 2"/>
          <p:cNvSpPr>
            <a:spLocks noGrp="1"/>
          </p:cNvSpPr>
          <p:nvPr>
            <p:ph type="body"/>
          </p:nvPr>
        </p:nvSpPr>
        <p:spPr>
          <a:xfrm>
            <a:off x="503640" y="1769400"/>
            <a:ext cx="4425480" cy="4385880"/>
          </a:xfrm>
          <a:prstGeom prst="rect">
            <a:avLst/>
          </a:prstGeom>
        </p:spPr>
        <p:txBody>
          <a:bodyPr lIns="0" rIns="0" tIns="0" bIns="0">
            <a:normAutofit/>
          </a:bodyPr>
          <a:p>
            <a:endParaRPr b="0" lang="en-IN" sz="3200" spc="-1" strike="noStrike">
              <a:latin typeface="Arial"/>
            </a:endParaRPr>
          </a:p>
        </p:txBody>
      </p:sp>
      <p:sp>
        <p:nvSpPr>
          <p:cNvPr id="180" name="PlaceHolder 3"/>
          <p:cNvSpPr>
            <a:spLocks noGrp="1"/>
          </p:cNvSpPr>
          <p:nvPr>
            <p:ph type="body"/>
          </p:nvPr>
        </p:nvSpPr>
        <p:spPr>
          <a:xfrm>
            <a:off x="5150880" y="1769400"/>
            <a:ext cx="4425480" cy="4385880"/>
          </a:xfrm>
          <a:prstGeom prst="rect">
            <a:avLst/>
          </a:prstGeom>
        </p:spPr>
        <p:txBody>
          <a:bodyPr lIns="0" rIns="0" tIns="0" bIns="0">
            <a:normAutofit/>
          </a:bodyPr>
          <a:p>
            <a:endParaRPr b="0" lang="en-IN" sz="3200" spc="-1" strike="noStrike">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81"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2" name="PlaceHolder 1"/>
          <p:cNvSpPr>
            <a:spLocks noGrp="1"/>
          </p:cNvSpPr>
          <p:nvPr>
            <p:ph type="subTitle"/>
          </p:nvPr>
        </p:nvSpPr>
        <p:spPr>
          <a:xfrm>
            <a:off x="503640" y="301680"/>
            <a:ext cx="9069120" cy="585360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184" name="PlaceHolder 2"/>
          <p:cNvSpPr>
            <a:spLocks noGrp="1"/>
          </p:cNvSpPr>
          <p:nvPr>
            <p:ph type="body"/>
          </p:nvPr>
        </p:nvSpPr>
        <p:spPr>
          <a:xfrm>
            <a:off x="503640" y="1769400"/>
            <a:ext cx="4425480" cy="2091960"/>
          </a:xfrm>
          <a:prstGeom prst="rect">
            <a:avLst/>
          </a:prstGeom>
        </p:spPr>
        <p:txBody>
          <a:bodyPr lIns="0" rIns="0" tIns="0" bIns="0">
            <a:normAutofit/>
          </a:bodyPr>
          <a:p>
            <a:endParaRPr b="0" lang="en-IN" sz="3200" spc="-1" strike="noStrike">
              <a:latin typeface="Arial"/>
            </a:endParaRPr>
          </a:p>
        </p:txBody>
      </p:sp>
      <p:sp>
        <p:nvSpPr>
          <p:cNvPr id="185" name="PlaceHolder 3"/>
          <p:cNvSpPr>
            <a:spLocks noGrp="1"/>
          </p:cNvSpPr>
          <p:nvPr>
            <p:ph type="body"/>
          </p:nvPr>
        </p:nvSpPr>
        <p:spPr>
          <a:xfrm>
            <a:off x="5150880" y="1769400"/>
            <a:ext cx="4425480" cy="4385880"/>
          </a:xfrm>
          <a:prstGeom prst="rect">
            <a:avLst/>
          </a:prstGeom>
        </p:spPr>
        <p:txBody>
          <a:bodyPr lIns="0" rIns="0" tIns="0" bIns="0">
            <a:normAutofit/>
          </a:bodyPr>
          <a:p>
            <a:endParaRPr b="0" lang="en-IN" sz="3200" spc="-1" strike="noStrike">
              <a:latin typeface="Arial"/>
            </a:endParaRPr>
          </a:p>
        </p:txBody>
      </p:sp>
      <p:sp>
        <p:nvSpPr>
          <p:cNvPr id="186" name="PlaceHolder 4"/>
          <p:cNvSpPr>
            <a:spLocks noGrp="1"/>
          </p:cNvSpPr>
          <p:nvPr>
            <p:ph type="body"/>
          </p:nvPr>
        </p:nvSpPr>
        <p:spPr>
          <a:xfrm>
            <a:off x="503640" y="4060440"/>
            <a:ext cx="442548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7"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188" name="PlaceHolder 2"/>
          <p:cNvSpPr>
            <a:spLocks noGrp="1"/>
          </p:cNvSpPr>
          <p:nvPr>
            <p:ph type="body"/>
          </p:nvPr>
        </p:nvSpPr>
        <p:spPr>
          <a:xfrm>
            <a:off x="503640" y="1769400"/>
            <a:ext cx="4425480" cy="4385880"/>
          </a:xfrm>
          <a:prstGeom prst="rect">
            <a:avLst/>
          </a:prstGeom>
        </p:spPr>
        <p:txBody>
          <a:bodyPr lIns="0" rIns="0" tIns="0" bIns="0">
            <a:normAutofit/>
          </a:bodyPr>
          <a:p>
            <a:endParaRPr b="0" lang="en-IN" sz="3200" spc="-1" strike="noStrike">
              <a:latin typeface="Arial"/>
            </a:endParaRPr>
          </a:p>
        </p:txBody>
      </p:sp>
      <p:sp>
        <p:nvSpPr>
          <p:cNvPr id="189" name="PlaceHolder 3"/>
          <p:cNvSpPr>
            <a:spLocks noGrp="1"/>
          </p:cNvSpPr>
          <p:nvPr>
            <p:ph type="body"/>
          </p:nvPr>
        </p:nvSpPr>
        <p:spPr>
          <a:xfrm>
            <a:off x="5150880" y="1769400"/>
            <a:ext cx="4425480" cy="2091960"/>
          </a:xfrm>
          <a:prstGeom prst="rect">
            <a:avLst/>
          </a:prstGeom>
        </p:spPr>
        <p:txBody>
          <a:bodyPr lIns="0" rIns="0" tIns="0" bIns="0">
            <a:normAutofit/>
          </a:bodyPr>
          <a:p>
            <a:endParaRPr b="0" lang="en-IN" sz="3200" spc="-1" strike="noStrike">
              <a:latin typeface="Arial"/>
            </a:endParaRPr>
          </a:p>
        </p:txBody>
      </p:sp>
      <p:sp>
        <p:nvSpPr>
          <p:cNvPr id="190" name="PlaceHolder 4"/>
          <p:cNvSpPr>
            <a:spLocks noGrp="1"/>
          </p:cNvSpPr>
          <p:nvPr>
            <p:ph type="body"/>
          </p:nvPr>
        </p:nvSpPr>
        <p:spPr>
          <a:xfrm>
            <a:off x="5150880" y="4060440"/>
            <a:ext cx="442548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1"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192" name="PlaceHolder 2"/>
          <p:cNvSpPr>
            <a:spLocks noGrp="1"/>
          </p:cNvSpPr>
          <p:nvPr>
            <p:ph type="body"/>
          </p:nvPr>
        </p:nvSpPr>
        <p:spPr>
          <a:xfrm>
            <a:off x="503640" y="1769400"/>
            <a:ext cx="4425480" cy="2091960"/>
          </a:xfrm>
          <a:prstGeom prst="rect">
            <a:avLst/>
          </a:prstGeom>
        </p:spPr>
        <p:txBody>
          <a:bodyPr lIns="0" rIns="0" tIns="0" bIns="0">
            <a:normAutofit/>
          </a:bodyPr>
          <a:p>
            <a:endParaRPr b="0" lang="en-IN" sz="3200" spc="-1" strike="noStrike">
              <a:latin typeface="Arial"/>
            </a:endParaRPr>
          </a:p>
        </p:txBody>
      </p:sp>
      <p:sp>
        <p:nvSpPr>
          <p:cNvPr id="193" name="PlaceHolder 3"/>
          <p:cNvSpPr>
            <a:spLocks noGrp="1"/>
          </p:cNvSpPr>
          <p:nvPr>
            <p:ph type="body"/>
          </p:nvPr>
        </p:nvSpPr>
        <p:spPr>
          <a:xfrm>
            <a:off x="5150880" y="1769400"/>
            <a:ext cx="4425480" cy="2091960"/>
          </a:xfrm>
          <a:prstGeom prst="rect">
            <a:avLst/>
          </a:prstGeom>
        </p:spPr>
        <p:txBody>
          <a:bodyPr lIns="0" rIns="0" tIns="0" bIns="0">
            <a:normAutofit/>
          </a:bodyPr>
          <a:p>
            <a:endParaRPr b="0" lang="en-IN" sz="3200" spc="-1" strike="noStrike">
              <a:latin typeface="Arial"/>
            </a:endParaRPr>
          </a:p>
        </p:txBody>
      </p:sp>
      <p:sp>
        <p:nvSpPr>
          <p:cNvPr id="194" name="PlaceHolder 4"/>
          <p:cNvSpPr>
            <a:spLocks noGrp="1"/>
          </p:cNvSpPr>
          <p:nvPr>
            <p:ph type="body"/>
          </p:nvPr>
        </p:nvSpPr>
        <p:spPr>
          <a:xfrm>
            <a:off x="503640" y="4060440"/>
            <a:ext cx="906912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95"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196" name="PlaceHolder 2"/>
          <p:cNvSpPr>
            <a:spLocks noGrp="1"/>
          </p:cNvSpPr>
          <p:nvPr>
            <p:ph type="body"/>
          </p:nvPr>
        </p:nvSpPr>
        <p:spPr>
          <a:xfrm>
            <a:off x="503640" y="1769400"/>
            <a:ext cx="9069120" cy="2091960"/>
          </a:xfrm>
          <a:prstGeom prst="rect">
            <a:avLst/>
          </a:prstGeom>
        </p:spPr>
        <p:txBody>
          <a:bodyPr lIns="0" rIns="0" tIns="0" bIns="0">
            <a:normAutofit/>
          </a:bodyPr>
          <a:p>
            <a:endParaRPr b="0" lang="en-IN" sz="3200" spc="-1" strike="noStrike">
              <a:latin typeface="Arial"/>
            </a:endParaRPr>
          </a:p>
        </p:txBody>
      </p:sp>
      <p:sp>
        <p:nvSpPr>
          <p:cNvPr id="197" name="PlaceHolder 3"/>
          <p:cNvSpPr>
            <a:spLocks noGrp="1"/>
          </p:cNvSpPr>
          <p:nvPr>
            <p:ph type="body"/>
          </p:nvPr>
        </p:nvSpPr>
        <p:spPr>
          <a:xfrm>
            <a:off x="503640" y="4060440"/>
            <a:ext cx="906912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8"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199" name="PlaceHolder 2"/>
          <p:cNvSpPr>
            <a:spLocks noGrp="1"/>
          </p:cNvSpPr>
          <p:nvPr>
            <p:ph type="body"/>
          </p:nvPr>
        </p:nvSpPr>
        <p:spPr>
          <a:xfrm>
            <a:off x="503640" y="1769400"/>
            <a:ext cx="4425480" cy="2091960"/>
          </a:xfrm>
          <a:prstGeom prst="rect">
            <a:avLst/>
          </a:prstGeom>
        </p:spPr>
        <p:txBody>
          <a:bodyPr lIns="0" rIns="0" tIns="0" bIns="0">
            <a:normAutofit/>
          </a:bodyPr>
          <a:p>
            <a:endParaRPr b="0" lang="en-IN" sz="3200" spc="-1" strike="noStrike">
              <a:latin typeface="Arial"/>
            </a:endParaRPr>
          </a:p>
        </p:txBody>
      </p:sp>
      <p:sp>
        <p:nvSpPr>
          <p:cNvPr id="200" name="PlaceHolder 3"/>
          <p:cNvSpPr>
            <a:spLocks noGrp="1"/>
          </p:cNvSpPr>
          <p:nvPr>
            <p:ph type="body"/>
          </p:nvPr>
        </p:nvSpPr>
        <p:spPr>
          <a:xfrm>
            <a:off x="5150880" y="1769400"/>
            <a:ext cx="4425480" cy="2091960"/>
          </a:xfrm>
          <a:prstGeom prst="rect">
            <a:avLst/>
          </a:prstGeom>
        </p:spPr>
        <p:txBody>
          <a:bodyPr lIns="0" rIns="0" tIns="0" bIns="0">
            <a:normAutofit/>
          </a:bodyPr>
          <a:p>
            <a:endParaRPr b="0" lang="en-IN" sz="3200" spc="-1" strike="noStrike">
              <a:latin typeface="Arial"/>
            </a:endParaRPr>
          </a:p>
        </p:txBody>
      </p:sp>
      <p:sp>
        <p:nvSpPr>
          <p:cNvPr id="201" name="PlaceHolder 4"/>
          <p:cNvSpPr>
            <a:spLocks noGrp="1"/>
          </p:cNvSpPr>
          <p:nvPr>
            <p:ph type="body"/>
          </p:nvPr>
        </p:nvSpPr>
        <p:spPr>
          <a:xfrm>
            <a:off x="503640" y="4060440"/>
            <a:ext cx="4425480" cy="2091960"/>
          </a:xfrm>
          <a:prstGeom prst="rect">
            <a:avLst/>
          </a:prstGeom>
        </p:spPr>
        <p:txBody>
          <a:bodyPr lIns="0" rIns="0" tIns="0" bIns="0">
            <a:normAutofit/>
          </a:bodyPr>
          <a:p>
            <a:endParaRPr b="0" lang="en-IN" sz="3200" spc="-1" strike="noStrike">
              <a:latin typeface="Arial"/>
            </a:endParaRPr>
          </a:p>
        </p:txBody>
      </p:sp>
      <p:sp>
        <p:nvSpPr>
          <p:cNvPr id="202" name="PlaceHolder 5"/>
          <p:cNvSpPr>
            <a:spLocks noGrp="1"/>
          </p:cNvSpPr>
          <p:nvPr>
            <p:ph type="body"/>
          </p:nvPr>
        </p:nvSpPr>
        <p:spPr>
          <a:xfrm>
            <a:off x="5150880" y="4060440"/>
            <a:ext cx="442548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03"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204" name="PlaceHolder 2"/>
          <p:cNvSpPr>
            <a:spLocks noGrp="1"/>
          </p:cNvSpPr>
          <p:nvPr>
            <p:ph type="body"/>
          </p:nvPr>
        </p:nvSpPr>
        <p:spPr>
          <a:xfrm>
            <a:off x="503640" y="1769400"/>
            <a:ext cx="2919960" cy="2091960"/>
          </a:xfrm>
          <a:prstGeom prst="rect">
            <a:avLst/>
          </a:prstGeom>
        </p:spPr>
        <p:txBody>
          <a:bodyPr lIns="0" rIns="0" tIns="0" bIns="0">
            <a:normAutofit/>
          </a:bodyPr>
          <a:p>
            <a:endParaRPr b="0" lang="en-IN" sz="3200" spc="-1" strike="noStrike">
              <a:latin typeface="Arial"/>
            </a:endParaRPr>
          </a:p>
        </p:txBody>
      </p:sp>
      <p:sp>
        <p:nvSpPr>
          <p:cNvPr id="205" name="PlaceHolder 3"/>
          <p:cNvSpPr>
            <a:spLocks noGrp="1"/>
          </p:cNvSpPr>
          <p:nvPr>
            <p:ph type="body"/>
          </p:nvPr>
        </p:nvSpPr>
        <p:spPr>
          <a:xfrm>
            <a:off x="3570120" y="1769400"/>
            <a:ext cx="2919960" cy="2091960"/>
          </a:xfrm>
          <a:prstGeom prst="rect">
            <a:avLst/>
          </a:prstGeom>
        </p:spPr>
        <p:txBody>
          <a:bodyPr lIns="0" rIns="0" tIns="0" bIns="0">
            <a:normAutofit/>
          </a:bodyPr>
          <a:p>
            <a:endParaRPr b="0" lang="en-IN" sz="3200" spc="-1" strike="noStrike">
              <a:latin typeface="Arial"/>
            </a:endParaRPr>
          </a:p>
        </p:txBody>
      </p:sp>
      <p:sp>
        <p:nvSpPr>
          <p:cNvPr id="206" name="PlaceHolder 4"/>
          <p:cNvSpPr>
            <a:spLocks noGrp="1"/>
          </p:cNvSpPr>
          <p:nvPr>
            <p:ph type="body"/>
          </p:nvPr>
        </p:nvSpPr>
        <p:spPr>
          <a:xfrm>
            <a:off x="6636240" y="1769400"/>
            <a:ext cx="2919960" cy="2091960"/>
          </a:xfrm>
          <a:prstGeom prst="rect">
            <a:avLst/>
          </a:prstGeom>
        </p:spPr>
        <p:txBody>
          <a:bodyPr lIns="0" rIns="0" tIns="0" bIns="0">
            <a:normAutofit/>
          </a:bodyPr>
          <a:p>
            <a:endParaRPr b="0" lang="en-IN" sz="3200" spc="-1" strike="noStrike">
              <a:latin typeface="Arial"/>
            </a:endParaRPr>
          </a:p>
        </p:txBody>
      </p:sp>
      <p:sp>
        <p:nvSpPr>
          <p:cNvPr id="207" name="PlaceHolder 5"/>
          <p:cNvSpPr>
            <a:spLocks noGrp="1"/>
          </p:cNvSpPr>
          <p:nvPr>
            <p:ph type="body"/>
          </p:nvPr>
        </p:nvSpPr>
        <p:spPr>
          <a:xfrm>
            <a:off x="503640" y="4060440"/>
            <a:ext cx="2919960" cy="2091960"/>
          </a:xfrm>
          <a:prstGeom prst="rect">
            <a:avLst/>
          </a:prstGeom>
        </p:spPr>
        <p:txBody>
          <a:bodyPr lIns="0" rIns="0" tIns="0" bIns="0">
            <a:normAutofit/>
          </a:bodyPr>
          <a:p>
            <a:endParaRPr b="0" lang="en-IN" sz="3200" spc="-1" strike="noStrike">
              <a:latin typeface="Arial"/>
            </a:endParaRPr>
          </a:p>
        </p:txBody>
      </p:sp>
      <p:sp>
        <p:nvSpPr>
          <p:cNvPr id="208" name="PlaceHolder 6"/>
          <p:cNvSpPr>
            <a:spLocks noGrp="1"/>
          </p:cNvSpPr>
          <p:nvPr>
            <p:ph type="body"/>
          </p:nvPr>
        </p:nvSpPr>
        <p:spPr>
          <a:xfrm>
            <a:off x="3570120" y="4060440"/>
            <a:ext cx="2919960" cy="2091960"/>
          </a:xfrm>
          <a:prstGeom prst="rect">
            <a:avLst/>
          </a:prstGeom>
        </p:spPr>
        <p:txBody>
          <a:bodyPr lIns="0" rIns="0" tIns="0" bIns="0">
            <a:normAutofit/>
          </a:bodyPr>
          <a:p>
            <a:endParaRPr b="0" lang="en-IN" sz="3200" spc="-1" strike="noStrike">
              <a:latin typeface="Arial"/>
            </a:endParaRPr>
          </a:p>
        </p:txBody>
      </p:sp>
      <p:sp>
        <p:nvSpPr>
          <p:cNvPr id="209" name="PlaceHolder 7"/>
          <p:cNvSpPr>
            <a:spLocks noGrp="1"/>
          </p:cNvSpPr>
          <p:nvPr>
            <p:ph type="body"/>
          </p:nvPr>
        </p:nvSpPr>
        <p:spPr>
          <a:xfrm>
            <a:off x="6636240" y="4060440"/>
            <a:ext cx="291996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16"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217" name="PlaceHolder 2"/>
          <p:cNvSpPr>
            <a:spLocks noGrp="1"/>
          </p:cNvSpPr>
          <p:nvPr>
            <p:ph type="subTitle"/>
          </p:nvPr>
        </p:nvSpPr>
        <p:spPr>
          <a:xfrm>
            <a:off x="503640" y="1769400"/>
            <a:ext cx="9069120" cy="438588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18"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219" name="PlaceHolder 2"/>
          <p:cNvSpPr>
            <a:spLocks noGrp="1"/>
          </p:cNvSpPr>
          <p:nvPr>
            <p:ph type="body"/>
          </p:nvPr>
        </p:nvSpPr>
        <p:spPr>
          <a:xfrm>
            <a:off x="503640" y="1769400"/>
            <a:ext cx="9069120" cy="4385880"/>
          </a:xfrm>
          <a:prstGeom prst="rect">
            <a:avLst/>
          </a:prstGeom>
        </p:spPr>
        <p:txBody>
          <a:bodyPr lIns="0" rIns="0" tIns="0" bIns="0">
            <a:normAutofit/>
          </a:bodyPr>
          <a:p>
            <a:endParaRPr b="0" lang="en-IN" sz="3200" spc="-1" strike="noStrike">
              <a:latin typeface="Arial"/>
            </a:endParaRP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20"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221" name="PlaceHolder 2"/>
          <p:cNvSpPr>
            <a:spLocks noGrp="1"/>
          </p:cNvSpPr>
          <p:nvPr>
            <p:ph type="body"/>
          </p:nvPr>
        </p:nvSpPr>
        <p:spPr>
          <a:xfrm>
            <a:off x="503640" y="1769400"/>
            <a:ext cx="4425480" cy="4385880"/>
          </a:xfrm>
          <a:prstGeom prst="rect">
            <a:avLst/>
          </a:prstGeom>
        </p:spPr>
        <p:txBody>
          <a:bodyPr lIns="0" rIns="0" tIns="0" bIns="0">
            <a:normAutofit/>
          </a:bodyPr>
          <a:p>
            <a:endParaRPr b="0" lang="en-IN" sz="3200" spc="-1" strike="noStrike">
              <a:latin typeface="Arial"/>
            </a:endParaRPr>
          </a:p>
        </p:txBody>
      </p:sp>
      <p:sp>
        <p:nvSpPr>
          <p:cNvPr id="222" name="PlaceHolder 3"/>
          <p:cNvSpPr>
            <a:spLocks noGrp="1"/>
          </p:cNvSpPr>
          <p:nvPr>
            <p:ph type="body"/>
          </p:nvPr>
        </p:nvSpPr>
        <p:spPr>
          <a:xfrm>
            <a:off x="5150880" y="1769400"/>
            <a:ext cx="4425480" cy="4385880"/>
          </a:xfrm>
          <a:prstGeom prst="rect">
            <a:avLst/>
          </a:prstGeom>
        </p:spPr>
        <p:txBody>
          <a:bodyPr lIns="0" rIns="0" tIns="0" bIns="0">
            <a:normAutofit/>
          </a:bodyPr>
          <a:p>
            <a:endParaRPr b="0" lang="en-IN" sz="3200" spc="-1" strike="noStrike">
              <a:latin typeface="Arial"/>
            </a:endParaRP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23"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24" name="PlaceHolder 1"/>
          <p:cNvSpPr>
            <a:spLocks noGrp="1"/>
          </p:cNvSpPr>
          <p:nvPr>
            <p:ph type="subTitle"/>
          </p:nvPr>
        </p:nvSpPr>
        <p:spPr>
          <a:xfrm>
            <a:off x="503640" y="301680"/>
            <a:ext cx="9069120" cy="585360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25"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226" name="PlaceHolder 2"/>
          <p:cNvSpPr>
            <a:spLocks noGrp="1"/>
          </p:cNvSpPr>
          <p:nvPr>
            <p:ph type="body"/>
          </p:nvPr>
        </p:nvSpPr>
        <p:spPr>
          <a:xfrm>
            <a:off x="503640" y="1769400"/>
            <a:ext cx="4425480" cy="2091960"/>
          </a:xfrm>
          <a:prstGeom prst="rect">
            <a:avLst/>
          </a:prstGeom>
        </p:spPr>
        <p:txBody>
          <a:bodyPr lIns="0" rIns="0" tIns="0" bIns="0">
            <a:normAutofit/>
          </a:bodyPr>
          <a:p>
            <a:endParaRPr b="0" lang="en-IN" sz="3200" spc="-1" strike="noStrike">
              <a:latin typeface="Arial"/>
            </a:endParaRPr>
          </a:p>
        </p:txBody>
      </p:sp>
      <p:sp>
        <p:nvSpPr>
          <p:cNvPr id="227" name="PlaceHolder 3"/>
          <p:cNvSpPr>
            <a:spLocks noGrp="1"/>
          </p:cNvSpPr>
          <p:nvPr>
            <p:ph type="body"/>
          </p:nvPr>
        </p:nvSpPr>
        <p:spPr>
          <a:xfrm>
            <a:off x="5150880" y="1769400"/>
            <a:ext cx="4425480" cy="4385880"/>
          </a:xfrm>
          <a:prstGeom prst="rect">
            <a:avLst/>
          </a:prstGeom>
        </p:spPr>
        <p:txBody>
          <a:bodyPr lIns="0" rIns="0" tIns="0" bIns="0">
            <a:normAutofit/>
          </a:bodyPr>
          <a:p>
            <a:endParaRPr b="0" lang="en-IN" sz="3200" spc="-1" strike="noStrike">
              <a:latin typeface="Arial"/>
            </a:endParaRPr>
          </a:p>
        </p:txBody>
      </p:sp>
      <p:sp>
        <p:nvSpPr>
          <p:cNvPr id="228" name="PlaceHolder 4"/>
          <p:cNvSpPr>
            <a:spLocks noGrp="1"/>
          </p:cNvSpPr>
          <p:nvPr>
            <p:ph type="body"/>
          </p:nvPr>
        </p:nvSpPr>
        <p:spPr>
          <a:xfrm>
            <a:off x="503640" y="4060440"/>
            <a:ext cx="442548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9"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230" name="PlaceHolder 2"/>
          <p:cNvSpPr>
            <a:spLocks noGrp="1"/>
          </p:cNvSpPr>
          <p:nvPr>
            <p:ph type="body"/>
          </p:nvPr>
        </p:nvSpPr>
        <p:spPr>
          <a:xfrm>
            <a:off x="503640" y="1769400"/>
            <a:ext cx="4425480" cy="4385880"/>
          </a:xfrm>
          <a:prstGeom prst="rect">
            <a:avLst/>
          </a:prstGeom>
        </p:spPr>
        <p:txBody>
          <a:bodyPr lIns="0" rIns="0" tIns="0" bIns="0">
            <a:normAutofit/>
          </a:bodyPr>
          <a:p>
            <a:endParaRPr b="0" lang="en-IN" sz="3200" spc="-1" strike="noStrike">
              <a:latin typeface="Arial"/>
            </a:endParaRPr>
          </a:p>
        </p:txBody>
      </p:sp>
      <p:sp>
        <p:nvSpPr>
          <p:cNvPr id="231" name="PlaceHolder 3"/>
          <p:cNvSpPr>
            <a:spLocks noGrp="1"/>
          </p:cNvSpPr>
          <p:nvPr>
            <p:ph type="body"/>
          </p:nvPr>
        </p:nvSpPr>
        <p:spPr>
          <a:xfrm>
            <a:off x="5150880" y="1769400"/>
            <a:ext cx="4425480" cy="2091960"/>
          </a:xfrm>
          <a:prstGeom prst="rect">
            <a:avLst/>
          </a:prstGeom>
        </p:spPr>
        <p:txBody>
          <a:bodyPr lIns="0" rIns="0" tIns="0" bIns="0">
            <a:normAutofit/>
          </a:bodyPr>
          <a:p>
            <a:endParaRPr b="0" lang="en-IN" sz="3200" spc="-1" strike="noStrike">
              <a:latin typeface="Arial"/>
            </a:endParaRPr>
          </a:p>
        </p:txBody>
      </p:sp>
      <p:sp>
        <p:nvSpPr>
          <p:cNvPr id="232" name="PlaceHolder 4"/>
          <p:cNvSpPr>
            <a:spLocks noGrp="1"/>
          </p:cNvSpPr>
          <p:nvPr>
            <p:ph type="body"/>
          </p:nvPr>
        </p:nvSpPr>
        <p:spPr>
          <a:xfrm>
            <a:off x="5150880" y="4060440"/>
            <a:ext cx="442548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3"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234" name="PlaceHolder 2"/>
          <p:cNvSpPr>
            <a:spLocks noGrp="1"/>
          </p:cNvSpPr>
          <p:nvPr>
            <p:ph type="body"/>
          </p:nvPr>
        </p:nvSpPr>
        <p:spPr>
          <a:xfrm>
            <a:off x="503640" y="1769400"/>
            <a:ext cx="4425480" cy="2091960"/>
          </a:xfrm>
          <a:prstGeom prst="rect">
            <a:avLst/>
          </a:prstGeom>
        </p:spPr>
        <p:txBody>
          <a:bodyPr lIns="0" rIns="0" tIns="0" bIns="0">
            <a:normAutofit/>
          </a:bodyPr>
          <a:p>
            <a:endParaRPr b="0" lang="en-IN" sz="3200" spc="-1" strike="noStrike">
              <a:latin typeface="Arial"/>
            </a:endParaRPr>
          </a:p>
        </p:txBody>
      </p:sp>
      <p:sp>
        <p:nvSpPr>
          <p:cNvPr id="235" name="PlaceHolder 3"/>
          <p:cNvSpPr>
            <a:spLocks noGrp="1"/>
          </p:cNvSpPr>
          <p:nvPr>
            <p:ph type="body"/>
          </p:nvPr>
        </p:nvSpPr>
        <p:spPr>
          <a:xfrm>
            <a:off x="5150880" y="1769400"/>
            <a:ext cx="4425480" cy="2091960"/>
          </a:xfrm>
          <a:prstGeom prst="rect">
            <a:avLst/>
          </a:prstGeom>
        </p:spPr>
        <p:txBody>
          <a:bodyPr lIns="0" rIns="0" tIns="0" bIns="0">
            <a:normAutofit/>
          </a:bodyPr>
          <a:p>
            <a:endParaRPr b="0" lang="en-IN" sz="3200" spc="-1" strike="noStrike">
              <a:latin typeface="Arial"/>
            </a:endParaRPr>
          </a:p>
        </p:txBody>
      </p:sp>
      <p:sp>
        <p:nvSpPr>
          <p:cNvPr id="236" name="PlaceHolder 4"/>
          <p:cNvSpPr>
            <a:spLocks noGrp="1"/>
          </p:cNvSpPr>
          <p:nvPr>
            <p:ph type="body"/>
          </p:nvPr>
        </p:nvSpPr>
        <p:spPr>
          <a:xfrm>
            <a:off x="503640" y="4060440"/>
            <a:ext cx="906912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7"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238" name="PlaceHolder 2"/>
          <p:cNvSpPr>
            <a:spLocks noGrp="1"/>
          </p:cNvSpPr>
          <p:nvPr>
            <p:ph type="body"/>
          </p:nvPr>
        </p:nvSpPr>
        <p:spPr>
          <a:xfrm>
            <a:off x="503640" y="1769400"/>
            <a:ext cx="9069120" cy="2091960"/>
          </a:xfrm>
          <a:prstGeom prst="rect">
            <a:avLst/>
          </a:prstGeom>
        </p:spPr>
        <p:txBody>
          <a:bodyPr lIns="0" rIns="0" tIns="0" bIns="0">
            <a:normAutofit/>
          </a:bodyPr>
          <a:p>
            <a:endParaRPr b="0" lang="en-IN" sz="3200" spc="-1" strike="noStrike">
              <a:latin typeface="Arial"/>
            </a:endParaRPr>
          </a:p>
        </p:txBody>
      </p:sp>
      <p:sp>
        <p:nvSpPr>
          <p:cNvPr id="239" name="PlaceHolder 3"/>
          <p:cNvSpPr>
            <a:spLocks noGrp="1"/>
          </p:cNvSpPr>
          <p:nvPr>
            <p:ph type="body"/>
          </p:nvPr>
        </p:nvSpPr>
        <p:spPr>
          <a:xfrm>
            <a:off x="503640" y="4060440"/>
            <a:ext cx="906912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40"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241" name="PlaceHolder 2"/>
          <p:cNvSpPr>
            <a:spLocks noGrp="1"/>
          </p:cNvSpPr>
          <p:nvPr>
            <p:ph type="body"/>
          </p:nvPr>
        </p:nvSpPr>
        <p:spPr>
          <a:xfrm>
            <a:off x="503640" y="1769400"/>
            <a:ext cx="4425480" cy="2091960"/>
          </a:xfrm>
          <a:prstGeom prst="rect">
            <a:avLst/>
          </a:prstGeom>
        </p:spPr>
        <p:txBody>
          <a:bodyPr lIns="0" rIns="0" tIns="0" bIns="0">
            <a:normAutofit/>
          </a:bodyPr>
          <a:p>
            <a:endParaRPr b="0" lang="en-IN" sz="3200" spc="-1" strike="noStrike">
              <a:latin typeface="Arial"/>
            </a:endParaRPr>
          </a:p>
        </p:txBody>
      </p:sp>
      <p:sp>
        <p:nvSpPr>
          <p:cNvPr id="242" name="PlaceHolder 3"/>
          <p:cNvSpPr>
            <a:spLocks noGrp="1"/>
          </p:cNvSpPr>
          <p:nvPr>
            <p:ph type="body"/>
          </p:nvPr>
        </p:nvSpPr>
        <p:spPr>
          <a:xfrm>
            <a:off x="5150880" y="1769400"/>
            <a:ext cx="4425480" cy="2091960"/>
          </a:xfrm>
          <a:prstGeom prst="rect">
            <a:avLst/>
          </a:prstGeom>
        </p:spPr>
        <p:txBody>
          <a:bodyPr lIns="0" rIns="0" tIns="0" bIns="0">
            <a:normAutofit/>
          </a:bodyPr>
          <a:p>
            <a:endParaRPr b="0" lang="en-IN" sz="3200" spc="-1" strike="noStrike">
              <a:latin typeface="Arial"/>
            </a:endParaRPr>
          </a:p>
        </p:txBody>
      </p:sp>
      <p:sp>
        <p:nvSpPr>
          <p:cNvPr id="243" name="PlaceHolder 4"/>
          <p:cNvSpPr>
            <a:spLocks noGrp="1"/>
          </p:cNvSpPr>
          <p:nvPr>
            <p:ph type="body"/>
          </p:nvPr>
        </p:nvSpPr>
        <p:spPr>
          <a:xfrm>
            <a:off x="503640" y="4060440"/>
            <a:ext cx="4425480" cy="2091960"/>
          </a:xfrm>
          <a:prstGeom prst="rect">
            <a:avLst/>
          </a:prstGeom>
        </p:spPr>
        <p:txBody>
          <a:bodyPr lIns="0" rIns="0" tIns="0" bIns="0">
            <a:normAutofit/>
          </a:bodyPr>
          <a:p>
            <a:endParaRPr b="0" lang="en-IN" sz="3200" spc="-1" strike="noStrike">
              <a:latin typeface="Arial"/>
            </a:endParaRPr>
          </a:p>
        </p:txBody>
      </p:sp>
      <p:sp>
        <p:nvSpPr>
          <p:cNvPr id="244" name="PlaceHolder 5"/>
          <p:cNvSpPr>
            <a:spLocks noGrp="1"/>
          </p:cNvSpPr>
          <p:nvPr>
            <p:ph type="body"/>
          </p:nvPr>
        </p:nvSpPr>
        <p:spPr>
          <a:xfrm>
            <a:off x="5150880" y="4060440"/>
            <a:ext cx="442548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45"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246" name="PlaceHolder 2"/>
          <p:cNvSpPr>
            <a:spLocks noGrp="1"/>
          </p:cNvSpPr>
          <p:nvPr>
            <p:ph type="body"/>
          </p:nvPr>
        </p:nvSpPr>
        <p:spPr>
          <a:xfrm>
            <a:off x="503640" y="1769400"/>
            <a:ext cx="2919960" cy="2091960"/>
          </a:xfrm>
          <a:prstGeom prst="rect">
            <a:avLst/>
          </a:prstGeom>
        </p:spPr>
        <p:txBody>
          <a:bodyPr lIns="0" rIns="0" tIns="0" bIns="0">
            <a:normAutofit/>
          </a:bodyPr>
          <a:p>
            <a:endParaRPr b="0" lang="en-IN" sz="3200" spc="-1" strike="noStrike">
              <a:latin typeface="Arial"/>
            </a:endParaRPr>
          </a:p>
        </p:txBody>
      </p:sp>
      <p:sp>
        <p:nvSpPr>
          <p:cNvPr id="247" name="PlaceHolder 3"/>
          <p:cNvSpPr>
            <a:spLocks noGrp="1"/>
          </p:cNvSpPr>
          <p:nvPr>
            <p:ph type="body"/>
          </p:nvPr>
        </p:nvSpPr>
        <p:spPr>
          <a:xfrm>
            <a:off x="3570120" y="1769400"/>
            <a:ext cx="2919960" cy="2091960"/>
          </a:xfrm>
          <a:prstGeom prst="rect">
            <a:avLst/>
          </a:prstGeom>
        </p:spPr>
        <p:txBody>
          <a:bodyPr lIns="0" rIns="0" tIns="0" bIns="0">
            <a:normAutofit/>
          </a:bodyPr>
          <a:p>
            <a:endParaRPr b="0" lang="en-IN" sz="3200" spc="-1" strike="noStrike">
              <a:latin typeface="Arial"/>
            </a:endParaRPr>
          </a:p>
        </p:txBody>
      </p:sp>
      <p:sp>
        <p:nvSpPr>
          <p:cNvPr id="248" name="PlaceHolder 4"/>
          <p:cNvSpPr>
            <a:spLocks noGrp="1"/>
          </p:cNvSpPr>
          <p:nvPr>
            <p:ph type="body"/>
          </p:nvPr>
        </p:nvSpPr>
        <p:spPr>
          <a:xfrm>
            <a:off x="6636240" y="1769400"/>
            <a:ext cx="2919960" cy="2091960"/>
          </a:xfrm>
          <a:prstGeom prst="rect">
            <a:avLst/>
          </a:prstGeom>
        </p:spPr>
        <p:txBody>
          <a:bodyPr lIns="0" rIns="0" tIns="0" bIns="0">
            <a:normAutofit/>
          </a:bodyPr>
          <a:p>
            <a:endParaRPr b="0" lang="en-IN" sz="3200" spc="-1" strike="noStrike">
              <a:latin typeface="Arial"/>
            </a:endParaRPr>
          </a:p>
        </p:txBody>
      </p:sp>
      <p:sp>
        <p:nvSpPr>
          <p:cNvPr id="249" name="PlaceHolder 5"/>
          <p:cNvSpPr>
            <a:spLocks noGrp="1"/>
          </p:cNvSpPr>
          <p:nvPr>
            <p:ph type="body"/>
          </p:nvPr>
        </p:nvSpPr>
        <p:spPr>
          <a:xfrm>
            <a:off x="503640" y="4060440"/>
            <a:ext cx="2919960" cy="2091960"/>
          </a:xfrm>
          <a:prstGeom prst="rect">
            <a:avLst/>
          </a:prstGeom>
        </p:spPr>
        <p:txBody>
          <a:bodyPr lIns="0" rIns="0" tIns="0" bIns="0">
            <a:normAutofit/>
          </a:bodyPr>
          <a:p>
            <a:endParaRPr b="0" lang="en-IN" sz="3200" spc="-1" strike="noStrike">
              <a:latin typeface="Arial"/>
            </a:endParaRPr>
          </a:p>
        </p:txBody>
      </p:sp>
      <p:sp>
        <p:nvSpPr>
          <p:cNvPr id="250" name="PlaceHolder 6"/>
          <p:cNvSpPr>
            <a:spLocks noGrp="1"/>
          </p:cNvSpPr>
          <p:nvPr>
            <p:ph type="body"/>
          </p:nvPr>
        </p:nvSpPr>
        <p:spPr>
          <a:xfrm>
            <a:off x="3570120" y="4060440"/>
            <a:ext cx="2919960" cy="2091960"/>
          </a:xfrm>
          <a:prstGeom prst="rect">
            <a:avLst/>
          </a:prstGeom>
        </p:spPr>
        <p:txBody>
          <a:bodyPr lIns="0" rIns="0" tIns="0" bIns="0">
            <a:normAutofit/>
          </a:bodyPr>
          <a:p>
            <a:endParaRPr b="0" lang="en-IN" sz="3200" spc="-1" strike="noStrike">
              <a:latin typeface="Arial"/>
            </a:endParaRPr>
          </a:p>
        </p:txBody>
      </p:sp>
      <p:sp>
        <p:nvSpPr>
          <p:cNvPr id="251" name="PlaceHolder 7"/>
          <p:cNvSpPr>
            <a:spLocks noGrp="1"/>
          </p:cNvSpPr>
          <p:nvPr>
            <p:ph type="body"/>
          </p:nvPr>
        </p:nvSpPr>
        <p:spPr>
          <a:xfrm>
            <a:off x="6636240" y="4060440"/>
            <a:ext cx="291996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58"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259" name="PlaceHolder 2"/>
          <p:cNvSpPr>
            <a:spLocks noGrp="1"/>
          </p:cNvSpPr>
          <p:nvPr>
            <p:ph type="subTitle"/>
          </p:nvPr>
        </p:nvSpPr>
        <p:spPr>
          <a:xfrm>
            <a:off x="503640" y="1769400"/>
            <a:ext cx="9069120" cy="438588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60"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261" name="PlaceHolder 2"/>
          <p:cNvSpPr>
            <a:spLocks noGrp="1"/>
          </p:cNvSpPr>
          <p:nvPr>
            <p:ph type="body"/>
          </p:nvPr>
        </p:nvSpPr>
        <p:spPr>
          <a:xfrm>
            <a:off x="503640" y="1769400"/>
            <a:ext cx="9069120" cy="4385880"/>
          </a:xfrm>
          <a:prstGeom prst="rect">
            <a:avLst/>
          </a:prstGeom>
        </p:spPr>
        <p:txBody>
          <a:bodyPr lIns="0" rIns="0" tIns="0" bIns="0">
            <a:normAutofit/>
          </a:bodyPr>
          <a:p>
            <a:endParaRPr b="0" lang="en-IN" sz="3200" spc="-1" strike="noStrike">
              <a:latin typeface="Arial"/>
            </a:endParaRP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62"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263" name="PlaceHolder 2"/>
          <p:cNvSpPr>
            <a:spLocks noGrp="1"/>
          </p:cNvSpPr>
          <p:nvPr>
            <p:ph type="body"/>
          </p:nvPr>
        </p:nvSpPr>
        <p:spPr>
          <a:xfrm>
            <a:off x="503640" y="1769400"/>
            <a:ext cx="4425480" cy="4385880"/>
          </a:xfrm>
          <a:prstGeom prst="rect">
            <a:avLst/>
          </a:prstGeom>
        </p:spPr>
        <p:txBody>
          <a:bodyPr lIns="0" rIns="0" tIns="0" bIns="0">
            <a:normAutofit/>
          </a:bodyPr>
          <a:p>
            <a:endParaRPr b="0" lang="en-IN" sz="3200" spc="-1" strike="noStrike">
              <a:latin typeface="Arial"/>
            </a:endParaRPr>
          </a:p>
        </p:txBody>
      </p:sp>
      <p:sp>
        <p:nvSpPr>
          <p:cNvPr id="264" name="PlaceHolder 3"/>
          <p:cNvSpPr>
            <a:spLocks noGrp="1"/>
          </p:cNvSpPr>
          <p:nvPr>
            <p:ph type="body"/>
          </p:nvPr>
        </p:nvSpPr>
        <p:spPr>
          <a:xfrm>
            <a:off x="5150880" y="1769400"/>
            <a:ext cx="4425480" cy="4385880"/>
          </a:xfrm>
          <a:prstGeom prst="rect">
            <a:avLst/>
          </a:prstGeom>
        </p:spPr>
        <p:txBody>
          <a:bodyPr lIns="0" rIns="0" tIns="0" bIns="0">
            <a:normAutofit/>
          </a:bodyPr>
          <a:p>
            <a:endParaRPr b="0" lang="en-IN" sz="3200" spc="-1" strike="noStrike">
              <a:latin typeface="Arial"/>
            </a:endParaRP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65"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66" name="PlaceHolder 1"/>
          <p:cNvSpPr>
            <a:spLocks noGrp="1"/>
          </p:cNvSpPr>
          <p:nvPr>
            <p:ph type="subTitle"/>
          </p:nvPr>
        </p:nvSpPr>
        <p:spPr>
          <a:xfrm>
            <a:off x="503640" y="301680"/>
            <a:ext cx="9069120" cy="585360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67"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268" name="PlaceHolder 2"/>
          <p:cNvSpPr>
            <a:spLocks noGrp="1"/>
          </p:cNvSpPr>
          <p:nvPr>
            <p:ph type="body"/>
          </p:nvPr>
        </p:nvSpPr>
        <p:spPr>
          <a:xfrm>
            <a:off x="503640" y="1769400"/>
            <a:ext cx="4425480" cy="2091960"/>
          </a:xfrm>
          <a:prstGeom prst="rect">
            <a:avLst/>
          </a:prstGeom>
        </p:spPr>
        <p:txBody>
          <a:bodyPr lIns="0" rIns="0" tIns="0" bIns="0">
            <a:normAutofit/>
          </a:bodyPr>
          <a:p>
            <a:endParaRPr b="0" lang="en-IN" sz="3200" spc="-1" strike="noStrike">
              <a:latin typeface="Arial"/>
            </a:endParaRPr>
          </a:p>
        </p:txBody>
      </p:sp>
      <p:sp>
        <p:nvSpPr>
          <p:cNvPr id="269" name="PlaceHolder 3"/>
          <p:cNvSpPr>
            <a:spLocks noGrp="1"/>
          </p:cNvSpPr>
          <p:nvPr>
            <p:ph type="body"/>
          </p:nvPr>
        </p:nvSpPr>
        <p:spPr>
          <a:xfrm>
            <a:off x="5150880" y="1769400"/>
            <a:ext cx="4425480" cy="4385880"/>
          </a:xfrm>
          <a:prstGeom prst="rect">
            <a:avLst/>
          </a:prstGeom>
        </p:spPr>
        <p:txBody>
          <a:bodyPr lIns="0" rIns="0" tIns="0" bIns="0">
            <a:normAutofit/>
          </a:bodyPr>
          <a:p>
            <a:endParaRPr b="0" lang="en-IN" sz="3200" spc="-1" strike="noStrike">
              <a:latin typeface="Arial"/>
            </a:endParaRPr>
          </a:p>
        </p:txBody>
      </p:sp>
      <p:sp>
        <p:nvSpPr>
          <p:cNvPr id="270" name="PlaceHolder 4"/>
          <p:cNvSpPr>
            <a:spLocks noGrp="1"/>
          </p:cNvSpPr>
          <p:nvPr>
            <p:ph type="body"/>
          </p:nvPr>
        </p:nvSpPr>
        <p:spPr>
          <a:xfrm>
            <a:off x="503640" y="4060440"/>
            <a:ext cx="442548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71"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272" name="PlaceHolder 2"/>
          <p:cNvSpPr>
            <a:spLocks noGrp="1"/>
          </p:cNvSpPr>
          <p:nvPr>
            <p:ph type="body"/>
          </p:nvPr>
        </p:nvSpPr>
        <p:spPr>
          <a:xfrm>
            <a:off x="503640" y="1769400"/>
            <a:ext cx="4425480" cy="4385880"/>
          </a:xfrm>
          <a:prstGeom prst="rect">
            <a:avLst/>
          </a:prstGeom>
        </p:spPr>
        <p:txBody>
          <a:bodyPr lIns="0" rIns="0" tIns="0" bIns="0">
            <a:normAutofit/>
          </a:bodyPr>
          <a:p>
            <a:endParaRPr b="0" lang="en-IN" sz="3200" spc="-1" strike="noStrike">
              <a:latin typeface="Arial"/>
            </a:endParaRPr>
          </a:p>
        </p:txBody>
      </p:sp>
      <p:sp>
        <p:nvSpPr>
          <p:cNvPr id="273" name="PlaceHolder 3"/>
          <p:cNvSpPr>
            <a:spLocks noGrp="1"/>
          </p:cNvSpPr>
          <p:nvPr>
            <p:ph type="body"/>
          </p:nvPr>
        </p:nvSpPr>
        <p:spPr>
          <a:xfrm>
            <a:off x="5150880" y="1769400"/>
            <a:ext cx="4425480" cy="2091960"/>
          </a:xfrm>
          <a:prstGeom prst="rect">
            <a:avLst/>
          </a:prstGeom>
        </p:spPr>
        <p:txBody>
          <a:bodyPr lIns="0" rIns="0" tIns="0" bIns="0">
            <a:normAutofit/>
          </a:bodyPr>
          <a:p>
            <a:endParaRPr b="0" lang="en-IN" sz="3200" spc="-1" strike="noStrike">
              <a:latin typeface="Arial"/>
            </a:endParaRPr>
          </a:p>
        </p:txBody>
      </p:sp>
      <p:sp>
        <p:nvSpPr>
          <p:cNvPr id="274" name="PlaceHolder 4"/>
          <p:cNvSpPr>
            <a:spLocks noGrp="1"/>
          </p:cNvSpPr>
          <p:nvPr>
            <p:ph type="body"/>
          </p:nvPr>
        </p:nvSpPr>
        <p:spPr>
          <a:xfrm>
            <a:off x="5150880" y="4060440"/>
            <a:ext cx="442548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5"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276" name="PlaceHolder 2"/>
          <p:cNvSpPr>
            <a:spLocks noGrp="1"/>
          </p:cNvSpPr>
          <p:nvPr>
            <p:ph type="body"/>
          </p:nvPr>
        </p:nvSpPr>
        <p:spPr>
          <a:xfrm>
            <a:off x="503640" y="1769400"/>
            <a:ext cx="4425480" cy="2091960"/>
          </a:xfrm>
          <a:prstGeom prst="rect">
            <a:avLst/>
          </a:prstGeom>
        </p:spPr>
        <p:txBody>
          <a:bodyPr lIns="0" rIns="0" tIns="0" bIns="0">
            <a:normAutofit/>
          </a:bodyPr>
          <a:p>
            <a:endParaRPr b="0" lang="en-IN" sz="3200" spc="-1" strike="noStrike">
              <a:latin typeface="Arial"/>
            </a:endParaRPr>
          </a:p>
        </p:txBody>
      </p:sp>
      <p:sp>
        <p:nvSpPr>
          <p:cNvPr id="277" name="PlaceHolder 3"/>
          <p:cNvSpPr>
            <a:spLocks noGrp="1"/>
          </p:cNvSpPr>
          <p:nvPr>
            <p:ph type="body"/>
          </p:nvPr>
        </p:nvSpPr>
        <p:spPr>
          <a:xfrm>
            <a:off x="5150880" y="1769400"/>
            <a:ext cx="4425480" cy="2091960"/>
          </a:xfrm>
          <a:prstGeom prst="rect">
            <a:avLst/>
          </a:prstGeom>
        </p:spPr>
        <p:txBody>
          <a:bodyPr lIns="0" rIns="0" tIns="0" bIns="0">
            <a:normAutofit/>
          </a:bodyPr>
          <a:p>
            <a:endParaRPr b="0" lang="en-IN" sz="3200" spc="-1" strike="noStrike">
              <a:latin typeface="Arial"/>
            </a:endParaRPr>
          </a:p>
        </p:txBody>
      </p:sp>
      <p:sp>
        <p:nvSpPr>
          <p:cNvPr id="278" name="PlaceHolder 4"/>
          <p:cNvSpPr>
            <a:spLocks noGrp="1"/>
          </p:cNvSpPr>
          <p:nvPr>
            <p:ph type="body"/>
          </p:nvPr>
        </p:nvSpPr>
        <p:spPr>
          <a:xfrm>
            <a:off x="503640" y="4060440"/>
            <a:ext cx="906912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79"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280" name="PlaceHolder 2"/>
          <p:cNvSpPr>
            <a:spLocks noGrp="1"/>
          </p:cNvSpPr>
          <p:nvPr>
            <p:ph type="body"/>
          </p:nvPr>
        </p:nvSpPr>
        <p:spPr>
          <a:xfrm>
            <a:off x="503640" y="1769400"/>
            <a:ext cx="9069120" cy="2091960"/>
          </a:xfrm>
          <a:prstGeom prst="rect">
            <a:avLst/>
          </a:prstGeom>
        </p:spPr>
        <p:txBody>
          <a:bodyPr lIns="0" rIns="0" tIns="0" bIns="0">
            <a:normAutofit/>
          </a:bodyPr>
          <a:p>
            <a:endParaRPr b="0" lang="en-IN" sz="3200" spc="-1" strike="noStrike">
              <a:latin typeface="Arial"/>
            </a:endParaRPr>
          </a:p>
        </p:txBody>
      </p:sp>
      <p:sp>
        <p:nvSpPr>
          <p:cNvPr id="281" name="PlaceHolder 3"/>
          <p:cNvSpPr>
            <a:spLocks noGrp="1"/>
          </p:cNvSpPr>
          <p:nvPr>
            <p:ph type="body"/>
          </p:nvPr>
        </p:nvSpPr>
        <p:spPr>
          <a:xfrm>
            <a:off x="503640" y="4060440"/>
            <a:ext cx="906912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82"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283" name="PlaceHolder 2"/>
          <p:cNvSpPr>
            <a:spLocks noGrp="1"/>
          </p:cNvSpPr>
          <p:nvPr>
            <p:ph type="body"/>
          </p:nvPr>
        </p:nvSpPr>
        <p:spPr>
          <a:xfrm>
            <a:off x="503640" y="1769400"/>
            <a:ext cx="4425480" cy="2091960"/>
          </a:xfrm>
          <a:prstGeom prst="rect">
            <a:avLst/>
          </a:prstGeom>
        </p:spPr>
        <p:txBody>
          <a:bodyPr lIns="0" rIns="0" tIns="0" bIns="0">
            <a:normAutofit/>
          </a:bodyPr>
          <a:p>
            <a:endParaRPr b="0" lang="en-IN" sz="3200" spc="-1" strike="noStrike">
              <a:latin typeface="Arial"/>
            </a:endParaRPr>
          </a:p>
        </p:txBody>
      </p:sp>
      <p:sp>
        <p:nvSpPr>
          <p:cNvPr id="284" name="PlaceHolder 3"/>
          <p:cNvSpPr>
            <a:spLocks noGrp="1"/>
          </p:cNvSpPr>
          <p:nvPr>
            <p:ph type="body"/>
          </p:nvPr>
        </p:nvSpPr>
        <p:spPr>
          <a:xfrm>
            <a:off x="5150880" y="1769400"/>
            <a:ext cx="4425480" cy="2091960"/>
          </a:xfrm>
          <a:prstGeom prst="rect">
            <a:avLst/>
          </a:prstGeom>
        </p:spPr>
        <p:txBody>
          <a:bodyPr lIns="0" rIns="0" tIns="0" bIns="0">
            <a:normAutofit/>
          </a:bodyPr>
          <a:p>
            <a:endParaRPr b="0" lang="en-IN" sz="3200" spc="-1" strike="noStrike">
              <a:latin typeface="Arial"/>
            </a:endParaRPr>
          </a:p>
        </p:txBody>
      </p:sp>
      <p:sp>
        <p:nvSpPr>
          <p:cNvPr id="285" name="PlaceHolder 4"/>
          <p:cNvSpPr>
            <a:spLocks noGrp="1"/>
          </p:cNvSpPr>
          <p:nvPr>
            <p:ph type="body"/>
          </p:nvPr>
        </p:nvSpPr>
        <p:spPr>
          <a:xfrm>
            <a:off x="503640" y="4060440"/>
            <a:ext cx="4425480" cy="2091960"/>
          </a:xfrm>
          <a:prstGeom prst="rect">
            <a:avLst/>
          </a:prstGeom>
        </p:spPr>
        <p:txBody>
          <a:bodyPr lIns="0" rIns="0" tIns="0" bIns="0">
            <a:normAutofit/>
          </a:bodyPr>
          <a:p>
            <a:endParaRPr b="0" lang="en-IN" sz="3200" spc="-1" strike="noStrike">
              <a:latin typeface="Arial"/>
            </a:endParaRPr>
          </a:p>
        </p:txBody>
      </p:sp>
      <p:sp>
        <p:nvSpPr>
          <p:cNvPr id="286" name="PlaceHolder 5"/>
          <p:cNvSpPr>
            <a:spLocks noGrp="1"/>
          </p:cNvSpPr>
          <p:nvPr>
            <p:ph type="body"/>
          </p:nvPr>
        </p:nvSpPr>
        <p:spPr>
          <a:xfrm>
            <a:off x="5150880" y="4060440"/>
            <a:ext cx="442548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288" name="PlaceHolder 2"/>
          <p:cNvSpPr>
            <a:spLocks noGrp="1"/>
          </p:cNvSpPr>
          <p:nvPr>
            <p:ph type="body"/>
          </p:nvPr>
        </p:nvSpPr>
        <p:spPr>
          <a:xfrm>
            <a:off x="503640" y="1769400"/>
            <a:ext cx="2919960" cy="2091960"/>
          </a:xfrm>
          <a:prstGeom prst="rect">
            <a:avLst/>
          </a:prstGeom>
        </p:spPr>
        <p:txBody>
          <a:bodyPr lIns="0" rIns="0" tIns="0" bIns="0">
            <a:normAutofit/>
          </a:bodyPr>
          <a:p>
            <a:endParaRPr b="0" lang="en-IN" sz="3200" spc="-1" strike="noStrike">
              <a:latin typeface="Arial"/>
            </a:endParaRPr>
          </a:p>
        </p:txBody>
      </p:sp>
      <p:sp>
        <p:nvSpPr>
          <p:cNvPr id="289" name="PlaceHolder 3"/>
          <p:cNvSpPr>
            <a:spLocks noGrp="1"/>
          </p:cNvSpPr>
          <p:nvPr>
            <p:ph type="body"/>
          </p:nvPr>
        </p:nvSpPr>
        <p:spPr>
          <a:xfrm>
            <a:off x="3570120" y="1769400"/>
            <a:ext cx="2919960" cy="2091960"/>
          </a:xfrm>
          <a:prstGeom prst="rect">
            <a:avLst/>
          </a:prstGeom>
        </p:spPr>
        <p:txBody>
          <a:bodyPr lIns="0" rIns="0" tIns="0" bIns="0">
            <a:normAutofit/>
          </a:bodyPr>
          <a:p>
            <a:endParaRPr b="0" lang="en-IN" sz="3200" spc="-1" strike="noStrike">
              <a:latin typeface="Arial"/>
            </a:endParaRPr>
          </a:p>
        </p:txBody>
      </p:sp>
      <p:sp>
        <p:nvSpPr>
          <p:cNvPr id="290" name="PlaceHolder 4"/>
          <p:cNvSpPr>
            <a:spLocks noGrp="1"/>
          </p:cNvSpPr>
          <p:nvPr>
            <p:ph type="body"/>
          </p:nvPr>
        </p:nvSpPr>
        <p:spPr>
          <a:xfrm>
            <a:off x="6636240" y="1769400"/>
            <a:ext cx="2919960" cy="2091960"/>
          </a:xfrm>
          <a:prstGeom prst="rect">
            <a:avLst/>
          </a:prstGeom>
        </p:spPr>
        <p:txBody>
          <a:bodyPr lIns="0" rIns="0" tIns="0" bIns="0">
            <a:normAutofit/>
          </a:bodyPr>
          <a:p>
            <a:endParaRPr b="0" lang="en-IN" sz="3200" spc="-1" strike="noStrike">
              <a:latin typeface="Arial"/>
            </a:endParaRPr>
          </a:p>
        </p:txBody>
      </p:sp>
      <p:sp>
        <p:nvSpPr>
          <p:cNvPr id="291" name="PlaceHolder 5"/>
          <p:cNvSpPr>
            <a:spLocks noGrp="1"/>
          </p:cNvSpPr>
          <p:nvPr>
            <p:ph type="body"/>
          </p:nvPr>
        </p:nvSpPr>
        <p:spPr>
          <a:xfrm>
            <a:off x="503640" y="4060440"/>
            <a:ext cx="2919960" cy="2091960"/>
          </a:xfrm>
          <a:prstGeom prst="rect">
            <a:avLst/>
          </a:prstGeom>
        </p:spPr>
        <p:txBody>
          <a:bodyPr lIns="0" rIns="0" tIns="0" bIns="0">
            <a:normAutofit/>
          </a:bodyPr>
          <a:p>
            <a:endParaRPr b="0" lang="en-IN" sz="3200" spc="-1" strike="noStrike">
              <a:latin typeface="Arial"/>
            </a:endParaRPr>
          </a:p>
        </p:txBody>
      </p:sp>
      <p:sp>
        <p:nvSpPr>
          <p:cNvPr id="292" name="PlaceHolder 6"/>
          <p:cNvSpPr>
            <a:spLocks noGrp="1"/>
          </p:cNvSpPr>
          <p:nvPr>
            <p:ph type="body"/>
          </p:nvPr>
        </p:nvSpPr>
        <p:spPr>
          <a:xfrm>
            <a:off x="3570120" y="4060440"/>
            <a:ext cx="2919960" cy="2091960"/>
          </a:xfrm>
          <a:prstGeom prst="rect">
            <a:avLst/>
          </a:prstGeom>
        </p:spPr>
        <p:txBody>
          <a:bodyPr lIns="0" rIns="0" tIns="0" bIns="0">
            <a:normAutofit/>
          </a:bodyPr>
          <a:p>
            <a:endParaRPr b="0" lang="en-IN" sz="3200" spc="-1" strike="noStrike">
              <a:latin typeface="Arial"/>
            </a:endParaRPr>
          </a:p>
        </p:txBody>
      </p:sp>
      <p:sp>
        <p:nvSpPr>
          <p:cNvPr id="293" name="PlaceHolder 7"/>
          <p:cNvSpPr>
            <a:spLocks noGrp="1"/>
          </p:cNvSpPr>
          <p:nvPr>
            <p:ph type="body"/>
          </p:nvPr>
        </p:nvSpPr>
        <p:spPr>
          <a:xfrm>
            <a:off x="6636240" y="4060440"/>
            <a:ext cx="291996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8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8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00"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301" name="PlaceHolder 2"/>
          <p:cNvSpPr>
            <a:spLocks noGrp="1"/>
          </p:cNvSpPr>
          <p:nvPr>
            <p:ph type="subTitle"/>
          </p:nvPr>
        </p:nvSpPr>
        <p:spPr>
          <a:xfrm>
            <a:off x="503640" y="1769400"/>
            <a:ext cx="9069120" cy="438588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8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303" name="PlaceHolder 2"/>
          <p:cNvSpPr>
            <a:spLocks noGrp="1"/>
          </p:cNvSpPr>
          <p:nvPr>
            <p:ph type="body"/>
          </p:nvPr>
        </p:nvSpPr>
        <p:spPr>
          <a:xfrm>
            <a:off x="503640" y="1769400"/>
            <a:ext cx="9069120" cy="4385880"/>
          </a:xfrm>
          <a:prstGeom prst="rect">
            <a:avLst/>
          </a:prstGeom>
        </p:spPr>
        <p:txBody>
          <a:bodyPr lIns="0" rIns="0" tIns="0" bIns="0">
            <a:normAutofit/>
          </a:bodyPr>
          <a:p>
            <a:endParaRPr b="0" lang="en-IN" sz="3200" spc="-1" strike="noStrike">
              <a:latin typeface="Arial"/>
            </a:endParaRPr>
          </a:p>
        </p:txBody>
      </p:sp>
    </p:spTree>
  </p:cSld>
</p:sldLayout>
</file>

<file path=ppt/slideLayouts/slideLayout8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04"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305" name="PlaceHolder 2"/>
          <p:cNvSpPr>
            <a:spLocks noGrp="1"/>
          </p:cNvSpPr>
          <p:nvPr>
            <p:ph type="body"/>
          </p:nvPr>
        </p:nvSpPr>
        <p:spPr>
          <a:xfrm>
            <a:off x="503640" y="1769400"/>
            <a:ext cx="4425480" cy="4385880"/>
          </a:xfrm>
          <a:prstGeom prst="rect">
            <a:avLst/>
          </a:prstGeom>
        </p:spPr>
        <p:txBody>
          <a:bodyPr lIns="0" rIns="0" tIns="0" bIns="0">
            <a:normAutofit/>
          </a:bodyPr>
          <a:p>
            <a:endParaRPr b="0" lang="en-IN" sz="3200" spc="-1" strike="noStrike">
              <a:latin typeface="Arial"/>
            </a:endParaRPr>
          </a:p>
        </p:txBody>
      </p:sp>
      <p:sp>
        <p:nvSpPr>
          <p:cNvPr id="306" name="PlaceHolder 3"/>
          <p:cNvSpPr>
            <a:spLocks noGrp="1"/>
          </p:cNvSpPr>
          <p:nvPr>
            <p:ph type="body"/>
          </p:nvPr>
        </p:nvSpPr>
        <p:spPr>
          <a:xfrm>
            <a:off x="5150880" y="1769400"/>
            <a:ext cx="4425480" cy="4385880"/>
          </a:xfrm>
          <a:prstGeom prst="rect">
            <a:avLst/>
          </a:prstGeom>
        </p:spPr>
        <p:txBody>
          <a:bodyPr lIns="0" rIns="0" tIns="0" bIns="0">
            <a:normAutofit/>
          </a:bodyPr>
          <a:p>
            <a:endParaRPr b="0" lang="en-IN" sz="3200" spc="-1" strike="noStrike">
              <a:latin typeface="Arial"/>
            </a:endParaRPr>
          </a:p>
        </p:txBody>
      </p:sp>
    </p:spTree>
  </p:cSld>
</p:sldLayout>
</file>

<file path=ppt/slideLayouts/slideLayout8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07"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Tree>
  </p:cSld>
</p:sldLayout>
</file>

<file path=ppt/slideLayouts/slideLayout9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08" name="PlaceHolder 1"/>
          <p:cNvSpPr>
            <a:spLocks noGrp="1"/>
          </p:cNvSpPr>
          <p:nvPr>
            <p:ph type="subTitle"/>
          </p:nvPr>
        </p:nvSpPr>
        <p:spPr>
          <a:xfrm>
            <a:off x="503640" y="301680"/>
            <a:ext cx="9069120" cy="585360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9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310" name="PlaceHolder 2"/>
          <p:cNvSpPr>
            <a:spLocks noGrp="1"/>
          </p:cNvSpPr>
          <p:nvPr>
            <p:ph type="body"/>
          </p:nvPr>
        </p:nvSpPr>
        <p:spPr>
          <a:xfrm>
            <a:off x="503640" y="1769400"/>
            <a:ext cx="4425480" cy="2091960"/>
          </a:xfrm>
          <a:prstGeom prst="rect">
            <a:avLst/>
          </a:prstGeom>
        </p:spPr>
        <p:txBody>
          <a:bodyPr lIns="0" rIns="0" tIns="0" bIns="0">
            <a:normAutofit/>
          </a:bodyPr>
          <a:p>
            <a:endParaRPr b="0" lang="en-IN" sz="3200" spc="-1" strike="noStrike">
              <a:latin typeface="Arial"/>
            </a:endParaRPr>
          </a:p>
        </p:txBody>
      </p:sp>
      <p:sp>
        <p:nvSpPr>
          <p:cNvPr id="311" name="PlaceHolder 3"/>
          <p:cNvSpPr>
            <a:spLocks noGrp="1"/>
          </p:cNvSpPr>
          <p:nvPr>
            <p:ph type="body"/>
          </p:nvPr>
        </p:nvSpPr>
        <p:spPr>
          <a:xfrm>
            <a:off x="5150880" y="1769400"/>
            <a:ext cx="4425480" cy="4385880"/>
          </a:xfrm>
          <a:prstGeom prst="rect">
            <a:avLst/>
          </a:prstGeom>
        </p:spPr>
        <p:txBody>
          <a:bodyPr lIns="0" rIns="0" tIns="0" bIns="0">
            <a:normAutofit/>
          </a:bodyPr>
          <a:p>
            <a:endParaRPr b="0" lang="en-IN" sz="3200" spc="-1" strike="noStrike">
              <a:latin typeface="Arial"/>
            </a:endParaRPr>
          </a:p>
        </p:txBody>
      </p:sp>
      <p:sp>
        <p:nvSpPr>
          <p:cNvPr id="312" name="PlaceHolder 4"/>
          <p:cNvSpPr>
            <a:spLocks noGrp="1"/>
          </p:cNvSpPr>
          <p:nvPr>
            <p:ph type="body"/>
          </p:nvPr>
        </p:nvSpPr>
        <p:spPr>
          <a:xfrm>
            <a:off x="503640" y="4060440"/>
            <a:ext cx="442548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9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13"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314" name="PlaceHolder 2"/>
          <p:cNvSpPr>
            <a:spLocks noGrp="1"/>
          </p:cNvSpPr>
          <p:nvPr>
            <p:ph type="body"/>
          </p:nvPr>
        </p:nvSpPr>
        <p:spPr>
          <a:xfrm>
            <a:off x="503640" y="1769400"/>
            <a:ext cx="4425480" cy="4385880"/>
          </a:xfrm>
          <a:prstGeom prst="rect">
            <a:avLst/>
          </a:prstGeom>
        </p:spPr>
        <p:txBody>
          <a:bodyPr lIns="0" rIns="0" tIns="0" bIns="0">
            <a:normAutofit/>
          </a:bodyPr>
          <a:p>
            <a:endParaRPr b="0" lang="en-IN" sz="3200" spc="-1" strike="noStrike">
              <a:latin typeface="Arial"/>
            </a:endParaRPr>
          </a:p>
        </p:txBody>
      </p:sp>
      <p:sp>
        <p:nvSpPr>
          <p:cNvPr id="315" name="PlaceHolder 3"/>
          <p:cNvSpPr>
            <a:spLocks noGrp="1"/>
          </p:cNvSpPr>
          <p:nvPr>
            <p:ph type="body"/>
          </p:nvPr>
        </p:nvSpPr>
        <p:spPr>
          <a:xfrm>
            <a:off x="5150880" y="1769400"/>
            <a:ext cx="4425480" cy="2091960"/>
          </a:xfrm>
          <a:prstGeom prst="rect">
            <a:avLst/>
          </a:prstGeom>
        </p:spPr>
        <p:txBody>
          <a:bodyPr lIns="0" rIns="0" tIns="0" bIns="0">
            <a:normAutofit/>
          </a:bodyPr>
          <a:p>
            <a:endParaRPr b="0" lang="en-IN" sz="3200" spc="-1" strike="noStrike">
              <a:latin typeface="Arial"/>
            </a:endParaRPr>
          </a:p>
        </p:txBody>
      </p:sp>
      <p:sp>
        <p:nvSpPr>
          <p:cNvPr id="316" name="PlaceHolder 4"/>
          <p:cNvSpPr>
            <a:spLocks noGrp="1"/>
          </p:cNvSpPr>
          <p:nvPr>
            <p:ph type="body"/>
          </p:nvPr>
        </p:nvSpPr>
        <p:spPr>
          <a:xfrm>
            <a:off x="5150880" y="4060440"/>
            <a:ext cx="442548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9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17"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318" name="PlaceHolder 2"/>
          <p:cNvSpPr>
            <a:spLocks noGrp="1"/>
          </p:cNvSpPr>
          <p:nvPr>
            <p:ph type="body"/>
          </p:nvPr>
        </p:nvSpPr>
        <p:spPr>
          <a:xfrm>
            <a:off x="503640" y="1769400"/>
            <a:ext cx="4425480" cy="2091960"/>
          </a:xfrm>
          <a:prstGeom prst="rect">
            <a:avLst/>
          </a:prstGeom>
        </p:spPr>
        <p:txBody>
          <a:bodyPr lIns="0" rIns="0" tIns="0" bIns="0">
            <a:normAutofit/>
          </a:bodyPr>
          <a:p>
            <a:endParaRPr b="0" lang="en-IN" sz="3200" spc="-1" strike="noStrike">
              <a:latin typeface="Arial"/>
            </a:endParaRPr>
          </a:p>
        </p:txBody>
      </p:sp>
      <p:sp>
        <p:nvSpPr>
          <p:cNvPr id="319" name="PlaceHolder 3"/>
          <p:cNvSpPr>
            <a:spLocks noGrp="1"/>
          </p:cNvSpPr>
          <p:nvPr>
            <p:ph type="body"/>
          </p:nvPr>
        </p:nvSpPr>
        <p:spPr>
          <a:xfrm>
            <a:off x="5150880" y="1769400"/>
            <a:ext cx="4425480" cy="2091960"/>
          </a:xfrm>
          <a:prstGeom prst="rect">
            <a:avLst/>
          </a:prstGeom>
        </p:spPr>
        <p:txBody>
          <a:bodyPr lIns="0" rIns="0" tIns="0" bIns="0">
            <a:normAutofit/>
          </a:bodyPr>
          <a:p>
            <a:endParaRPr b="0" lang="en-IN" sz="3200" spc="-1" strike="noStrike">
              <a:latin typeface="Arial"/>
            </a:endParaRPr>
          </a:p>
        </p:txBody>
      </p:sp>
      <p:sp>
        <p:nvSpPr>
          <p:cNvPr id="320" name="PlaceHolder 4"/>
          <p:cNvSpPr>
            <a:spLocks noGrp="1"/>
          </p:cNvSpPr>
          <p:nvPr>
            <p:ph type="body"/>
          </p:nvPr>
        </p:nvSpPr>
        <p:spPr>
          <a:xfrm>
            <a:off x="503640" y="4060440"/>
            <a:ext cx="906912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9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21"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322" name="PlaceHolder 2"/>
          <p:cNvSpPr>
            <a:spLocks noGrp="1"/>
          </p:cNvSpPr>
          <p:nvPr>
            <p:ph type="body"/>
          </p:nvPr>
        </p:nvSpPr>
        <p:spPr>
          <a:xfrm>
            <a:off x="503640" y="1769400"/>
            <a:ext cx="9069120" cy="2091960"/>
          </a:xfrm>
          <a:prstGeom prst="rect">
            <a:avLst/>
          </a:prstGeom>
        </p:spPr>
        <p:txBody>
          <a:bodyPr lIns="0" rIns="0" tIns="0" bIns="0">
            <a:normAutofit/>
          </a:bodyPr>
          <a:p>
            <a:endParaRPr b="0" lang="en-IN" sz="3200" spc="-1" strike="noStrike">
              <a:latin typeface="Arial"/>
            </a:endParaRPr>
          </a:p>
        </p:txBody>
      </p:sp>
      <p:sp>
        <p:nvSpPr>
          <p:cNvPr id="323" name="PlaceHolder 3"/>
          <p:cNvSpPr>
            <a:spLocks noGrp="1"/>
          </p:cNvSpPr>
          <p:nvPr>
            <p:ph type="body"/>
          </p:nvPr>
        </p:nvSpPr>
        <p:spPr>
          <a:xfrm>
            <a:off x="503640" y="4060440"/>
            <a:ext cx="906912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9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24"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325" name="PlaceHolder 2"/>
          <p:cNvSpPr>
            <a:spLocks noGrp="1"/>
          </p:cNvSpPr>
          <p:nvPr>
            <p:ph type="body"/>
          </p:nvPr>
        </p:nvSpPr>
        <p:spPr>
          <a:xfrm>
            <a:off x="503640" y="1769400"/>
            <a:ext cx="4425480" cy="2091960"/>
          </a:xfrm>
          <a:prstGeom prst="rect">
            <a:avLst/>
          </a:prstGeom>
        </p:spPr>
        <p:txBody>
          <a:bodyPr lIns="0" rIns="0" tIns="0" bIns="0">
            <a:normAutofit/>
          </a:bodyPr>
          <a:p>
            <a:endParaRPr b="0" lang="en-IN" sz="3200" spc="-1" strike="noStrike">
              <a:latin typeface="Arial"/>
            </a:endParaRPr>
          </a:p>
        </p:txBody>
      </p:sp>
      <p:sp>
        <p:nvSpPr>
          <p:cNvPr id="326" name="PlaceHolder 3"/>
          <p:cNvSpPr>
            <a:spLocks noGrp="1"/>
          </p:cNvSpPr>
          <p:nvPr>
            <p:ph type="body"/>
          </p:nvPr>
        </p:nvSpPr>
        <p:spPr>
          <a:xfrm>
            <a:off x="5150880" y="1769400"/>
            <a:ext cx="4425480" cy="2091960"/>
          </a:xfrm>
          <a:prstGeom prst="rect">
            <a:avLst/>
          </a:prstGeom>
        </p:spPr>
        <p:txBody>
          <a:bodyPr lIns="0" rIns="0" tIns="0" bIns="0">
            <a:normAutofit/>
          </a:bodyPr>
          <a:p>
            <a:endParaRPr b="0" lang="en-IN" sz="3200" spc="-1" strike="noStrike">
              <a:latin typeface="Arial"/>
            </a:endParaRPr>
          </a:p>
        </p:txBody>
      </p:sp>
      <p:sp>
        <p:nvSpPr>
          <p:cNvPr id="327" name="PlaceHolder 4"/>
          <p:cNvSpPr>
            <a:spLocks noGrp="1"/>
          </p:cNvSpPr>
          <p:nvPr>
            <p:ph type="body"/>
          </p:nvPr>
        </p:nvSpPr>
        <p:spPr>
          <a:xfrm>
            <a:off x="503640" y="4060440"/>
            <a:ext cx="4425480" cy="2091960"/>
          </a:xfrm>
          <a:prstGeom prst="rect">
            <a:avLst/>
          </a:prstGeom>
        </p:spPr>
        <p:txBody>
          <a:bodyPr lIns="0" rIns="0" tIns="0" bIns="0">
            <a:normAutofit/>
          </a:bodyPr>
          <a:p>
            <a:endParaRPr b="0" lang="en-IN" sz="3200" spc="-1" strike="noStrike">
              <a:latin typeface="Arial"/>
            </a:endParaRPr>
          </a:p>
        </p:txBody>
      </p:sp>
      <p:sp>
        <p:nvSpPr>
          <p:cNvPr id="328" name="PlaceHolder 5"/>
          <p:cNvSpPr>
            <a:spLocks noGrp="1"/>
          </p:cNvSpPr>
          <p:nvPr>
            <p:ph type="body"/>
          </p:nvPr>
        </p:nvSpPr>
        <p:spPr>
          <a:xfrm>
            <a:off x="5150880" y="4060440"/>
            <a:ext cx="4425480" cy="2091960"/>
          </a:xfrm>
          <a:prstGeom prst="rect">
            <a:avLst/>
          </a:prstGeom>
        </p:spPr>
        <p:txBody>
          <a:bodyPr lIns="0" rIns="0" tIns="0" bIns="0">
            <a:normAutofit/>
          </a:bodyPr>
          <a:p>
            <a:endParaRPr b="0" lang="en-IN" sz="3200" spc="-1" strike="noStrike">
              <a:latin typeface="Arial"/>
            </a:endParaRPr>
          </a:p>
        </p:txBody>
      </p:sp>
    </p:spTree>
  </p:cSld>
</p:sldLayout>
</file>

<file path=ppt/slideLayouts/slideLayout9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9" name="PlaceHolder 1"/>
          <p:cNvSpPr>
            <a:spLocks noGrp="1"/>
          </p:cNvSpPr>
          <p:nvPr>
            <p:ph type="title"/>
          </p:nvPr>
        </p:nvSpPr>
        <p:spPr>
          <a:xfrm>
            <a:off x="503640" y="301680"/>
            <a:ext cx="9069120" cy="1262520"/>
          </a:xfrm>
          <a:prstGeom prst="rect">
            <a:avLst/>
          </a:prstGeom>
        </p:spPr>
        <p:txBody>
          <a:bodyPr lIns="0" rIns="0" tIns="0" bIns="0" anchor="ctr"/>
          <a:p>
            <a:pPr algn="ctr"/>
            <a:endParaRPr b="0" lang="en-IN" sz="4400" spc="-1" strike="noStrike">
              <a:latin typeface="Arial"/>
            </a:endParaRPr>
          </a:p>
        </p:txBody>
      </p:sp>
      <p:sp>
        <p:nvSpPr>
          <p:cNvPr id="330" name="PlaceHolder 2"/>
          <p:cNvSpPr>
            <a:spLocks noGrp="1"/>
          </p:cNvSpPr>
          <p:nvPr>
            <p:ph type="body"/>
          </p:nvPr>
        </p:nvSpPr>
        <p:spPr>
          <a:xfrm>
            <a:off x="503640" y="1769400"/>
            <a:ext cx="2919960" cy="2091960"/>
          </a:xfrm>
          <a:prstGeom prst="rect">
            <a:avLst/>
          </a:prstGeom>
        </p:spPr>
        <p:txBody>
          <a:bodyPr lIns="0" rIns="0" tIns="0" bIns="0">
            <a:normAutofit/>
          </a:bodyPr>
          <a:p>
            <a:endParaRPr b="0" lang="en-IN" sz="3200" spc="-1" strike="noStrike">
              <a:latin typeface="Arial"/>
            </a:endParaRPr>
          </a:p>
        </p:txBody>
      </p:sp>
      <p:sp>
        <p:nvSpPr>
          <p:cNvPr id="331" name="PlaceHolder 3"/>
          <p:cNvSpPr>
            <a:spLocks noGrp="1"/>
          </p:cNvSpPr>
          <p:nvPr>
            <p:ph type="body"/>
          </p:nvPr>
        </p:nvSpPr>
        <p:spPr>
          <a:xfrm>
            <a:off x="3570120" y="1769400"/>
            <a:ext cx="2919960" cy="2091960"/>
          </a:xfrm>
          <a:prstGeom prst="rect">
            <a:avLst/>
          </a:prstGeom>
        </p:spPr>
        <p:txBody>
          <a:bodyPr lIns="0" rIns="0" tIns="0" bIns="0">
            <a:normAutofit/>
          </a:bodyPr>
          <a:p>
            <a:endParaRPr b="0" lang="en-IN" sz="3200" spc="-1" strike="noStrike">
              <a:latin typeface="Arial"/>
            </a:endParaRPr>
          </a:p>
        </p:txBody>
      </p:sp>
      <p:sp>
        <p:nvSpPr>
          <p:cNvPr id="332" name="PlaceHolder 4"/>
          <p:cNvSpPr>
            <a:spLocks noGrp="1"/>
          </p:cNvSpPr>
          <p:nvPr>
            <p:ph type="body"/>
          </p:nvPr>
        </p:nvSpPr>
        <p:spPr>
          <a:xfrm>
            <a:off x="6636240" y="1769400"/>
            <a:ext cx="2919960" cy="2091960"/>
          </a:xfrm>
          <a:prstGeom prst="rect">
            <a:avLst/>
          </a:prstGeom>
        </p:spPr>
        <p:txBody>
          <a:bodyPr lIns="0" rIns="0" tIns="0" bIns="0">
            <a:normAutofit/>
          </a:bodyPr>
          <a:p>
            <a:endParaRPr b="0" lang="en-IN" sz="3200" spc="-1" strike="noStrike">
              <a:latin typeface="Arial"/>
            </a:endParaRPr>
          </a:p>
        </p:txBody>
      </p:sp>
      <p:sp>
        <p:nvSpPr>
          <p:cNvPr id="333" name="PlaceHolder 5"/>
          <p:cNvSpPr>
            <a:spLocks noGrp="1"/>
          </p:cNvSpPr>
          <p:nvPr>
            <p:ph type="body"/>
          </p:nvPr>
        </p:nvSpPr>
        <p:spPr>
          <a:xfrm>
            <a:off x="503640" y="4060440"/>
            <a:ext cx="2919960" cy="2091960"/>
          </a:xfrm>
          <a:prstGeom prst="rect">
            <a:avLst/>
          </a:prstGeom>
        </p:spPr>
        <p:txBody>
          <a:bodyPr lIns="0" rIns="0" tIns="0" bIns="0">
            <a:normAutofit/>
          </a:bodyPr>
          <a:p>
            <a:endParaRPr b="0" lang="en-IN" sz="3200" spc="-1" strike="noStrike">
              <a:latin typeface="Arial"/>
            </a:endParaRPr>
          </a:p>
        </p:txBody>
      </p:sp>
      <p:sp>
        <p:nvSpPr>
          <p:cNvPr id="334" name="PlaceHolder 6"/>
          <p:cNvSpPr>
            <a:spLocks noGrp="1"/>
          </p:cNvSpPr>
          <p:nvPr>
            <p:ph type="body"/>
          </p:nvPr>
        </p:nvSpPr>
        <p:spPr>
          <a:xfrm>
            <a:off x="3570120" y="4060440"/>
            <a:ext cx="2919960" cy="2091960"/>
          </a:xfrm>
          <a:prstGeom prst="rect">
            <a:avLst/>
          </a:prstGeom>
        </p:spPr>
        <p:txBody>
          <a:bodyPr lIns="0" rIns="0" tIns="0" bIns="0">
            <a:normAutofit/>
          </a:bodyPr>
          <a:p>
            <a:endParaRPr b="0" lang="en-IN" sz="3200" spc="-1" strike="noStrike">
              <a:latin typeface="Arial"/>
            </a:endParaRPr>
          </a:p>
        </p:txBody>
      </p:sp>
      <p:sp>
        <p:nvSpPr>
          <p:cNvPr id="335" name="PlaceHolder 7"/>
          <p:cNvSpPr>
            <a:spLocks noGrp="1"/>
          </p:cNvSpPr>
          <p:nvPr>
            <p:ph type="body"/>
          </p:nvPr>
        </p:nvSpPr>
        <p:spPr>
          <a:xfrm>
            <a:off x="6636240" y="4060440"/>
            <a:ext cx="2919960" cy="2091960"/>
          </a:xfrm>
          <a:prstGeom prst="rect">
            <a:avLst/>
          </a:prstGeom>
        </p:spPr>
        <p:txBody>
          <a:bodyPr lIns="0" rIns="0" tIns="0" bIns="0">
            <a:normAutofit/>
          </a:bodyPr>
          <a:p>
            <a:endParaRPr b="0" lang="en-IN"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5.xml"/><Relationship Id="rId3" Type="http://schemas.openxmlformats.org/officeDocument/2006/relationships/slideLayout" Target="../slideLayouts/slideLayout86.xml"/><Relationship Id="rId4" Type="http://schemas.openxmlformats.org/officeDocument/2006/relationships/slideLayout" Target="../slideLayouts/slideLayout87.xml"/><Relationship Id="rId5" Type="http://schemas.openxmlformats.org/officeDocument/2006/relationships/slideLayout" Target="../slideLayouts/slideLayout88.xml"/><Relationship Id="rId6" Type="http://schemas.openxmlformats.org/officeDocument/2006/relationships/slideLayout" Target="../slideLayouts/slideLayout89.xml"/><Relationship Id="rId7" Type="http://schemas.openxmlformats.org/officeDocument/2006/relationships/slideLayout" Target="../slideLayouts/slideLayout90.xml"/><Relationship Id="rId8" Type="http://schemas.openxmlformats.org/officeDocument/2006/relationships/slideLayout" Target="../slideLayouts/slideLayout91.xml"/><Relationship Id="rId9" Type="http://schemas.openxmlformats.org/officeDocument/2006/relationships/slideLayout" Target="../slideLayouts/slideLayout92.xml"/><Relationship Id="rId10" Type="http://schemas.openxmlformats.org/officeDocument/2006/relationships/slideLayout" Target="../slideLayouts/slideLayout93.xml"/><Relationship Id="rId11" Type="http://schemas.openxmlformats.org/officeDocument/2006/relationships/slideLayout" Target="../slideLayouts/slideLayout94.xml"/><Relationship Id="rId12" Type="http://schemas.openxmlformats.org/officeDocument/2006/relationships/slideLayout" Target="../slideLayouts/slideLayout95.xml"/><Relationship Id="rId13" Type="http://schemas.openxmlformats.org/officeDocument/2006/relationships/slideLayout" Target="../slideLayouts/slideLayout9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CustomShape 1"/>
          <p:cNvSpPr/>
          <p:nvPr/>
        </p:nvSpPr>
        <p:spPr>
          <a:xfrm>
            <a:off x="360" y="179640"/>
            <a:ext cx="9705960" cy="1249560"/>
          </a:xfrm>
          <a:prstGeom prst="rect">
            <a:avLst/>
          </a:prstGeom>
          <a:solidFill>
            <a:srgbClr val="e74c3c"/>
          </a:solidFill>
          <a:ln>
            <a:noFill/>
          </a:ln>
        </p:spPr>
        <p:style>
          <a:lnRef idx="0"/>
          <a:fillRef idx="0"/>
          <a:effectRef idx="0"/>
          <a:fontRef idx="minor"/>
        </p:style>
      </p:sp>
      <p:sp>
        <p:nvSpPr>
          <p:cNvPr id="1" name="CustomShape 2"/>
          <p:cNvSpPr/>
          <p:nvPr/>
        </p:nvSpPr>
        <p:spPr>
          <a:xfrm>
            <a:off x="7557120" y="6841800"/>
            <a:ext cx="2508120" cy="529200"/>
          </a:xfrm>
          <a:prstGeom prst="rect">
            <a:avLst/>
          </a:prstGeom>
          <a:solidFill>
            <a:srgbClr val="e74c3c"/>
          </a:solidFill>
          <a:ln>
            <a:noFill/>
          </a:ln>
        </p:spPr>
        <p:style>
          <a:lnRef idx="0"/>
          <a:fillRef idx="0"/>
          <a:effectRef idx="0"/>
          <a:fontRef idx="minor"/>
        </p:style>
      </p:sp>
      <p:sp>
        <p:nvSpPr>
          <p:cNvPr id="2" name="CustomShape 3"/>
          <p:cNvSpPr/>
          <p:nvPr/>
        </p:nvSpPr>
        <p:spPr>
          <a:xfrm>
            <a:off x="899640" y="6841800"/>
            <a:ext cx="6467040" cy="529200"/>
          </a:xfrm>
          <a:prstGeom prst="rect">
            <a:avLst/>
          </a:prstGeom>
          <a:solidFill>
            <a:srgbClr val="bdc3c7"/>
          </a:solidFill>
          <a:ln>
            <a:noFill/>
          </a:ln>
        </p:spPr>
        <p:style>
          <a:lnRef idx="0"/>
          <a:fillRef idx="0"/>
          <a:effectRef idx="0"/>
          <a:fontRef idx="minor"/>
        </p:style>
      </p:sp>
      <p:sp>
        <p:nvSpPr>
          <p:cNvPr id="3" name="CustomShape 4"/>
          <p:cNvSpPr/>
          <p:nvPr/>
        </p:nvSpPr>
        <p:spPr>
          <a:xfrm>
            <a:off x="179640" y="6841800"/>
            <a:ext cx="528840" cy="529200"/>
          </a:xfrm>
          <a:prstGeom prst="rect">
            <a:avLst/>
          </a:prstGeom>
          <a:solidFill>
            <a:srgbClr val="f44336"/>
          </a:solidFill>
          <a:ln>
            <a:noFill/>
          </a:ln>
        </p:spPr>
        <p:style>
          <a:lnRef idx="0"/>
          <a:fillRef idx="0"/>
          <a:effectRef idx="0"/>
          <a:fontRef idx="minor"/>
        </p:style>
      </p:sp>
      <p:sp>
        <p:nvSpPr>
          <p:cNvPr id="4" name="PlaceHolder 5"/>
          <p:cNvSpPr>
            <a:spLocks noGrp="1"/>
          </p:cNvSpPr>
          <p:nvPr>
            <p:ph type="title"/>
          </p:nvPr>
        </p:nvSpPr>
        <p:spPr>
          <a:xfrm>
            <a:off x="503640" y="301680"/>
            <a:ext cx="9069120" cy="1262520"/>
          </a:xfrm>
          <a:prstGeom prst="rect">
            <a:avLst/>
          </a:prstGeom>
        </p:spPr>
        <p:txBody>
          <a:bodyPr lIns="0" rIns="0" tIns="0" bIns="0" anchor="ctr"/>
          <a:p>
            <a:pPr algn="ctr"/>
            <a:r>
              <a:rPr b="0" lang="en-IN" sz="4400" spc="-1" strike="noStrike">
                <a:latin typeface="Arial"/>
              </a:rPr>
              <a:t>Click to edit the title text format</a:t>
            </a:r>
            <a:endParaRPr b="0" lang="en-IN" sz="4400" spc="-1" strike="noStrike">
              <a:latin typeface="Arial"/>
            </a:endParaRPr>
          </a:p>
        </p:txBody>
      </p:sp>
      <p:sp>
        <p:nvSpPr>
          <p:cNvPr id="5" name="PlaceHolder 6"/>
          <p:cNvSpPr>
            <a:spLocks noGrp="1"/>
          </p:cNvSpPr>
          <p:nvPr>
            <p:ph type="body"/>
          </p:nvPr>
        </p:nvSpPr>
        <p:spPr>
          <a:xfrm>
            <a:off x="503640" y="1769400"/>
            <a:ext cx="9069120" cy="43858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CustomShape 1"/>
          <p:cNvSpPr/>
          <p:nvPr/>
        </p:nvSpPr>
        <p:spPr>
          <a:xfrm>
            <a:off x="0" y="179640"/>
            <a:ext cx="9707760" cy="1251360"/>
          </a:xfrm>
          <a:prstGeom prst="rect">
            <a:avLst/>
          </a:prstGeom>
          <a:solidFill>
            <a:srgbClr val="e74c3c"/>
          </a:solidFill>
          <a:ln>
            <a:noFill/>
          </a:ln>
        </p:spPr>
        <p:style>
          <a:lnRef idx="0"/>
          <a:fillRef idx="0"/>
          <a:effectRef idx="0"/>
          <a:fontRef idx="minor"/>
        </p:style>
      </p:sp>
      <p:sp>
        <p:nvSpPr>
          <p:cNvPr id="43" name="CustomShape 2"/>
          <p:cNvSpPr/>
          <p:nvPr/>
        </p:nvSpPr>
        <p:spPr>
          <a:xfrm>
            <a:off x="7557120" y="6841800"/>
            <a:ext cx="2509920" cy="531000"/>
          </a:xfrm>
          <a:prstGeom prst="rect">
            <a:avLst/>
          </a:prstGeom>
          <a:solidFill>
            <a:srgbClr val="e74c3c"/>
          </a:solidFill>
          <a:ln>
            <a:noFill/>
          </a:ln>
        </p:spPr>
        <p:style>
          <a:lnRef idx="0"/>
          <a:fillRef idx="0"/>
          <a:effectRef idx="0"/>
          <a:fontRef idx="minor"/>
        </p:style>
      </p:sp>
      <p:sp>
        <p:nvSpPr>
          <p:cNvPr id="44" name="CustomShape 3"/>
          <p:cNvSpPr/>
          <p:nvPr/>
        </p:nvSpPr>
        <p:spPr>
          <a:xfrm>
            <a:off x="899640" y="6841800"/>
            <a:ext cx="6468840" cy="531000"/>
          </a:xfrm>
          <a:prstGeom prst="rect">
            <a:avLst/>
          </a:prstGeom>
          <a:solidFill>
            <a:srgbClr val="bdc3c7"/>
          </a:solidFill>
          <a:ln>
            <a:noFill/>
          </a:ln>
        </p:spPr>
        <p:style>
          <a:lnRef idx="0"/>
          <a:fillRef idx="0"/>
          <a:effectRef idx="0"/>
          <a:fontRef idx="minor"/>
        </p:style>
      </p:sp>
      <p:sp>
        <p:nvSpPr>
          <p:cNvPr id="45" name="CustomShape 4"/>
          <p:cNvSpPr/>
          <p:nvPr/>
        </p:nvSpPr>
        <p:spPr>
          <a:xfrm>
            <a:off x="179640" y="6841800"/>
            <a:ext cx="530640" cy="531000"/>
          </a:xfrm>
          <a:prstGeom prst="rect">
            <a:avLst/>
          </a:prstGeom>
          <a:solidFill>
            <a:srgbClr val="f44336"/>
          </a:solidFill>
          <a:ln>
            <a:noFill/>
          </a:ln>
        </p:spPr>
        <p:style>
          <a:lnRef idx="0"/>
          <a:fillRef idx="0"/>
          <a:effectRef idx="0"/>
          <a:fontRef idx="minor"/>
        </p:style>
      </p:sp>
      <p:sp>
        <p:nvSpPr>
          <p:cNvPr id="46" name="PlaceHolder 5"/>
          <p:cNvSpPr>
            <a:spLocks noGrp="1"/>
          </p:cNvSpPr>
          <p:nvPr>
            <p:ph type="title"/>
          </p:nvPr>
        </p:nvSpPr>
        <p:spPr>
          <a:xfrm>
            <a:off x="503640" y="301680"/>
            <a:ext cx="9069120" cy="1262520"/>
          </a:xfrm>
          <a:prstGeom prst="rect">
            <a:avLst/>
          </a:prstGeom>
        </p:spPr>
        <p:txBody>
          <a:bodyPr lIns="0" rIns="0" tIns="0" bIns="0" anchor="ctr"/>
          <a:p>
            <a:pPr algn="ctr"/>
            <a:r>
              <a:rPr b="0" lang="en-IN" sz="4400" spc="-1" strike="noStrike">
                <a:latin typeface="Arial"/>
              </a:rPr>
              <a:t>Click to edit the title text format</a:t>
            </a:r>
            <a:endParaRPr b="0" lang="en-IN" sz="4400" spc="-1" strike="noStrike">
              <a:latin typeface="Arial"/>
            </a:endParaRPr>
          </a:p>
        </p:txBody>
      </p:sp>
      <p:sp>
        <p:nvSpPr>
          <p:cNvPr id="47" name="PlaceHolder 6"/>
          <p:cNvSpPr>
            <a:spLocks noGrp="1"/>
          </p:cNvSpPr>
          <p:nvPr>
            <p:ph type="body"/>
          </p:nvPr>
        </p:nvSpPr>
        <p:spPr>
          <a:xfrm>
            <a:off x="503640" y="1769400"/>
            <a:ext cx="9069120" cy="43858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CustomShape 1"/>
          <p:cNvSpPr/>
          <p:nvPr/>
        </p:nvSpPr>
        <p:spPr>
          <a:xfrm>
            <a:off x="0" y="179640"/>
            <a:ext cx="9707760" cy="1251360"/>
          </a:xfrm>
          <a:prstGeom prst="rect">
            <a:avLst/>
          </a:prstGeom>
          <a:solidFill>
            <a:srgbClr val="e74c3c"/>
          </a:solidFill>
          <a:ln>
            <a:noFill/>
          </a:ln>
        </p:spPr>
        <p:style>
          <a:lnRef idx="0"/>
          <a:fillRef idx="0"/>
          <a:effectRef idx="0"/>
          <a:fontRef idx="minor"/>
        </p:style>
      </p:sp>
      <p:sp>
        <p:nvSpPr>
          <p:cNvPr id="85" name="CustomShape 2"/>
          <p:cNvSpPr/>
          <p:nvPr/>
        </p:nvSpPr>
        <p:spPr>
          <a:xfrm>
            <a:off x="7557120" y="6841800"/>
            <a:ext cx="2509920" cy="531000"/>
          </a:xfrm>
          <a:prstGeom prst="rect">
            <a:avLst/>
          </a:prstGeom>
          <a:solidFill>
            <a:srgbClr val="e74c3c"/>
          </a:solidFill>
          <a:ln>
            <a:noFill/>
          </a:ln>
        </p:spPr>
        <p:style>
          <a:lnRef idx="0"/>
          <a:fillRef idx="0"/>
          <a:effectRef idx="0"/>
          <a:fontRef idx="minor"/>
        </p:style>
      </p:sp>
      <p:sp>
        <p:nvSpPr>
          <p:cNvPr id="86" name="CustomShape 3"/>
          <p:cNvSpPr/>
          <p:nvPr/>
        </p:nvSpPr>
        <p:spPr>
          <a:xfrm>
            <a:off x="899640" y="6841800"/>
            <a:ext cx="6468840" cy="531000"/>
          </a:xfrm>
          <a:prstGeom prst="rect">
            <a:avLst/>
          </a:prstGeom>
          <a:solidFill>
            <a:srgbClr val="bdc3c7"/>
          </a:solidFill>
          <a:ln>
            <a:noFill/>
          </a:ln>
        </p:spPr>
        <p:style>
          <a:lnRef idx="0"/>
          <a:fillRef idx="0"/>
          <a:effectRef idx="0"/>
          <a:fontRef idx="minor"/>
        </p:style>
      </p:sp>
      <p:sp>
        <p:nvSpPr>
          <p:cNvPr id="87" name="CustomShape 4"/>
          <p:cNvSpPr/>
          <p:nvPr/>
        </p:nvSpPr>
        <p:spPr>
          <a:xfrm>
            <a:off x="179640" y="6841800"/>
            <a:ext cx="530640" cy="531000"/>
          </a:xfrm>
          <a:prstGeom prst="rect">
            <a:avLst/>
          </a:prstGeom>
          <a:solidFill>
            <a:srgbClr val="f44336"/>
          </a:solidFill>
          <a:ln>
            <a:noFill/>
          </a:ln>
        </p:spPr>
        <p:style>
          <a:lnRef idx="0"/>
          <a:fillRef idx="0"/>
          <a:effectRef idx="0"/>
          <a:fontRef idx="minor"/>
        </p:style>
      </p:sp>
      <p:sp>
        <p:nvSpPr>
          <p:cNvPr id="88" name="PlaceHolder 5"/>
          <p:cNvSpPr>
            <a:spLocks noGrp="1"/>
          </p:cNvSpPr>
          <p:nvPr>
            <p:ph type="title"/>
          </p:nvPr>
        </p:nvSpPr>
        <p:spPr>
          <a:xfrm>
            <a:off x="503640" y="301680"/>
            <a:ext cx="9069120" cy="1262520"/>
          </a:xfrm>
          <a:prstGeom prst="rect">
            <a:avLst/>
          </a:prstGeom>
        </p:spPr>
        <p:txBody>
          <a:bodyPr lIns="0" rIns="0" tIns="0" bIns="0" anchor="ctr"/>
          <a:p>
            <a:pPr algn="ctr"/>
            <a:r>
              <a:rPr b="0" lang="en-IN" sz="4400" spc="-1" strike="noStrike">
                <a:latin typeface="Arial"/>
              </a:rPr>
              <a:t>Click to edit the title text format</a:t>
            </a:r>
            <a:endParaRPr b="0" lang="en-IN" sz="4400" spc="-1" strike="noStrike">
              <a:latin typeface="Arial"/>
            </a:endParaRPr>
          </a:p>
        </p:txBody>
      </p:sp>
      <p:sp>
        <p:nvSpPr>
          <p:cNvPr id="89" name="PlaceHolder 6"/>
          <p:cNvSpPr>
            <a:spLocks noGrp="1"/>
          </p:cNvSpPr>
          <p:nvPr>
            <p:ph type="body"/>
          </p:nvPr>
        </p:nvSpPr>
        <p:spPr>
          <a:xfrm>
            <a:off x="503640" y="1769400"/>
            <a:ext cx="9069120" cy="43858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CustomShape 1"/>
          <p:cNvSpPr/>
          <p:nvPr/>
        </p:nvSpPr>
        <p:spPr>
          <a:xfrm>
            <a:off x="0" y="179640"/>
            <a:ext cx="9707760" cy="1251360"/>
          </a:xfrm>
          <a:prstGeom prst="rect">
            <a:avLst/>
          </a:prstGeom>
          <a:solidFill>
            <a:srgbClr val="e74c3c"/>
          </a:solidFill>
          <a:ln>
            <a:noFill/>
          </a:ln>
        </p:spPr>
        <p:style>
          <a:lnRef idx="0"/>
          <a:fillRef idx="0"/>
          <a:effectRef idx="0"/>
          <a:fontRef idx="minor"/>
        </p:style>
      </p:sp>
      <p:sp>
        <p:nvSpPr>
          <p:cNvPr id="127" name="CustomShape 2"/>
          <p:cNvSpPr/>
          <p:nvPr/>
        </p:nvSpPr>
        <p:spPr>
          <a:xfrm>
            <a:off x="7557120" y="6841800"/>
            <a:ext cx="2509920" cy="531000"/>
          </a:xfrm>
          <a:prstGeom prst="rect">
            <a:avLst/>
          </a:prstGeom>
          <a:solidFill>
            <a:srgbClr val="e74c3c"/>
          </a:solidFill>
          <a:ln>
            <a:noFill/>
          </a:ln>
        </p:spPr>
        <p:style>
          <a:lnRef idx="0"/>
          <a:fillRef idx="0"/>
          <a:effectRef idx="0"/>
          <a:fontRef idx="minor"/>
        </p:style>
      </p:sp>
      <p:sp>
        <p:nvSpPr>
          <p:cNvPr id="128" name="CustomShape 3"/>
          <p:cNvSpPr/>
          <p:nvPr/>
        </p:nvSpPr>
        <p:spPr>
          <a:xfrm>
            <a:off x="899640" y="6841800"/>
            <a:ext cx="6468840" cy="531000"/>
          </a:xfrm>
          <a:prstGeom prst="rect">
            <a:avLst/>
          </a:prstGeom>
          <a:solidFill>
            <a:srgbClr val="bdc3c7"/>
          </a:solidFill>
          <a:ln>
            <a:noFill/>
          </a:ln>
        </p:spPr>
        <p:style>
          <a:lnRef idx="0"/>
          <a:fillRef idx="0"/>
          <a:effectRef idx="0"/>
          <a:fontRef idx="minor"/>
        </p:style>
      </p:sp>
      <p:sp>
        <p:nvSpPr>
          <p:cNvPr id="129" name="CustomShape 4"/>
          <p:cNvSpPr/>
          <p:nvPr/>
        </p:nvSpPr>
        <p:spPr>
          <a:xfrm>
            <a:off x="179640" y="6841800"/>
            <a:ext cx="530640" cy="531000"/>
          </a:xfrm>
          <a:prstGeom prst="rect">
            <a:avLst/>
          </a:prstGeom>
          <a:solidFill>
            <a:srgbClr val="f44336"/>
          </a:solidFill>
          <a:ln>
            <a:noFill/>
          </a:ln>
        </p:spPr>
        <p:style>
          <a:lnRef idx="0"/>
          <a:fillRef idx="0"/>
          <a:effectRef idx="0"/>
          <a:fontRef idx="minor"/>
        </p:style>
      </p:sp>
      <p:sp>
        <p:nvSpPr>
          <p:cNvPr id="130" name="PlaceHolder 5"/>
          <p:cNvSpPr>
            <a:spLocks noGrp="1"/>
          </p:cNvSpPr>
          <p:nvPr>
            <p:ph type="title"/>
          </p:nvPr>
        </p:nvSpPr>
        <p:spPr>
          <a:xfrm>
            <a:off x="503640" y="301680"/>
            <a:ext cx="9069120" cy="1262520"/>
          </a:xfrm>
          <a:prstGeom prst="rect">
            <a:avLst/>
          </a:prstGeom>
        </p:spPr>
        <p:txBody>
          <a:bodyPr lIns="0" rIns="0" tIns="0" bIns="0" anchor="ctr"/>
          <a:p>
            <a:pPr algn="ctr"/>
            <a:r>
              <a:rPr b="0" lang="en-IN" sz="4400" spc="-1" strike="noStrike">
                <a:latin typeface="Arial"/>
              </a:rPr>
              <a:t>Click to edit the title text format</a:t>
            </a:r>
            <a:endParaRPr b="0" lang="en-IN" sz="4400" spc="-1" strike="noStrike">
              <a:latin typeface="Arial"/>
            </a:endParaRPr>
          </a:p>
        </p:txBody>
      </p:sp>
      <p:sp>
        <p:nvSpPr>
          <p:cNvPr id="131" name="PlaceHolder 6"/>
          <p:cNvSpPr>
            <a:spLocks noGrp="1"/>
          </p:cNvSpPr>
          <p:nvPr>
            <p:ph type="body"/>
          </p:nvPr>
        </p:nvSpPr>
        <p:spPr>
          <a:xfrm>
            <a:off x="503640" y="1769400"/>
            <a:ext cx="9069120" cy="43858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CustomShape 1"/>
          <p:cNvSpPr/>
          <p:nvPr/>
        </p:nvSpPr>
        <p:spPr>
          <a:xfrm>
            <a:off x="0" y="179640"/>
            <a:ext cx="9707760" cy="1251360"/>
          </a:xfrm>
          <a:prstGeom prst="rect">
            <a:avLst/>
          </a:prstGeom>
          <a:solidFill>
            <a:srgbClr val="e74c3c"/>
          </a:solidFill>
          <a:ln>
            <a:noFill/>
          </a:ln>
        </p:spPr>
        <p:style>
          <a:lnRef idx="0"/>
          <a:fillRef idx="0"/>
          <a:effectRef idx="0"/>
          <a:fontRef idx="minor"/>
        </p:style>
      </p:sp>
      <p:sp>
        <p:nvSpPr>
          <p:cNvPr id="169" name="CustomShape 2"/>
          <p:cNvSpPr/>
          <p:nvPr/>
        </p:nvSpPr>
        <p:spPr>
          <a:xfrm>
            <a:off x="7557120" y="6841800"/>
            <a:ext cx="2509920" cy="531000"/>
          </a:xfrm>
          <a:prstGeom prst="rect">
            <a:avLst/>
          </a:prstGeom>
          <a:solidFill>
            <a:srgbClr val="e74c3c"/>
          </a:solidFill>
          <a:ln>
            <a:noFill/>
          </a:ln>
        </p:spPr>
        <p:style>
          <a:lnRef idx="0"/>
          <a:fillRef idx="0"/>
          <a:effectRef idx="0"/>
          <a:fontRef idx="minor"/>
        </p:style>
      </p:sp>
      <p:sp>
        <p:nvSpPr>
          <p:cNvPr id="170" name="CustomShape 3"/>
          <p:cNvSpPr/>
          <p:nvPr/>
        </p:nvSpPr>
        <p:spPr>
          <a:xfrm>
            <a:off x="899640" y="6841800"/>
            <a:ext cx="6468840" cy="531000"/>
          </a:xfrm>
          <a:prstGeom prst="rect">
            <a:avLst/>
          </a:prstGeom>
          <a:solidFill>
            <a:srgbClr val="bdc3c7"/>
          </a:solidFill>
          <a:ln>
            <a:noFill/>
          </a:ln>
        </p:spPr>
        <p:style>
          <a:lnRef idx="0"/>
          <a:fillRef idx="0"/>
          <a:effectRef idx="0"/>
          <a:fontRef idx="minor"/>
        </p:style>
      </p:sp>
      <p:sp>
        <p:nvSpPr>
          <p:cNvPr id="171" name="CustomShape 4"/>
          <p:cNvSpPr/>
          <p:nvPr/>
        </p:nvSpPr>
        <p:spPr>
          <a:xfrm>
            <a:off x="179640" y="6841800"/>
            <a:ext cx="530640" cy="531000"/>
          </a:xfrm>
          <a:prstGeom prst="rect">
            <a:avLst/>
          </a:prstGeom>
          <a:solidFill>
            <a:srgbClr val="f44336"/>
          </a:solidFill>
          <a:ln>
            <a:noFill/>
          </a:ln>
        </p:spPr>
        <p:style>
          <a:lnRef idx="0"/>
          <a:fillRef idx="0"/>
          <a:effectRef idx="0"/>
          <a:fontRef idx="minor"/>
        </p:style>
      </p:sp>
      <p:sp>
        <p:nvSpPr>
          <p:cNvPr id="172" name="PlaceHolder 5"/>
          <p:cNvSpPr>
            <a:spLocks noGrp="1"/>
          </p:cNvSpPr>
          <p:nvPr>
            <p:ph type="title"/>
          </p:nvPr>
        </p:nvSpPr>
        <p:spPr>
          <a:xfrm>
            <a:off x="503640" y="301680"/>
            <a:ext cx="9069120" cy="1262520"/>
          </a:xfrm>
          <a:prstGeom prst="rect">
            <a:avLst/>
          </a:prstGeom>
        </p:spPr>
        <p:txBody>
          <a:bodyPr lIns="0" rIns="0" tIns="0" bIns="0" anchor="ctr"/>
          <a:p>
            <a:pPr algn="ctr"/>
            <a:r>
              <a:rPr b="0" lang="en-IN" sz="4400" spc="-1" strike="noStrike">
                <a:latin typeface="Arial"/>
              </a:rPr>
              <a:t>Click to edit the title text format</a:t>
            </a:r>
            <a:endParaRPr b="0" lang="en-IN" sz="4400" spc="-1" strike="noStrike">
              <a:latin typeface="Arial"/>
            </a:endParaRPr>
          </a:p>
        </p:txBody>
      </p:sp>
      <p:sp>
        <p:nvSpPr>
          <p:cNvPr id="173" name="PlaceHolder 6"/>
          <p:cNvSpPr>
            <a:spLocks noGrp="1"/>
          </p:cNvSpPr>
          <p:nvPr>
            <p:ph type="body"/>
          </p:nvPr>
        </p:nvSpPr>
        <p:spPr>
          <a:xfrm>
            <a:off x="503640" y="1769400"/>
            <a:ext cx="9069120" cy="43858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CustomShape 1"/>
          <p:cNvSpPr/>
          <p:nvPr/>
        </p:nvSpPr>
        <p:spPr>
          <a:xfrm>
            <a:off x="0" y="179640"/>
            <a:ext cx="9707760" cy="1251360"/>
          </a:xfrm>
          <a:prstGeom prst="rect">
            <a:avLst/>
          </a:prstGeom>
          <a:solidFill>
            <a:srgbClr val="e74c3c"/>
          </a:solidFill>
          <a:ln>
            <a:noFill/>
          </a:ln>
        </p:spPr>
        <p:style>
          <a:lnRef idx="0"/>
          <a:fillRef idx="0"/>
          <a:effectRef idx="0"/>
          <a:fontRef idx="minor"/>
        </p:style>
      </p:sp>
      <p:sp>
        <p:nvSpPr>
          <p:cNvPr id="211" name="CustomShape 2"/>
          <p:cNvSpPr/>
          <p:nvPr/>
        </p:nvSpPr>
        <p:spPr>
          <a:xfrm>
            <a:off x="7557120" y="6841800"/>
            <a:ext cx="2509920" cy="531000"/>
          </a:xfrm>
          <a:prstGeom prst="rect">
            <a:avLst/>
          </a:prstGeom>
          <a:solidFill>
            <a:srgbClr val="e74c3c"/>
          </a:solidFill>
          <a:ln>
            <a:noFill/>
          </a:ln>
        </p:spPr>
        <p:style>
          <a:lnRef idx="0"/>
          <a:fillRef idx="0"/>
          <a:effectRef idx="0"/>
          <a:fontRef idx="minor"/>
        </p:style>
      </p:sp>
      <p:sp>
        <p:nvSpPr>
          <p:cNvPr id="212" name="CustomShape 3"/>
          <p:cNvSpPr/>
          <p:nvPr/>
        </p:nvSpPr>
        <p:spPr>
          <a:xfrm>
            <a:off x="899640" y="6841800"/>
            <a:ext cx="6468840" cy="531000"/>
          </a:xfrm>
          <a:prstGeom prst="rect">
            <a:avLst/>
          </a:prstGeom>
          <a:solidFill>
            <a:srgbClr val="bdc3c7"/>
          </a:solidFill>
          <a:ln>
            <a:noFill/>
          </a:ln>
        </p:spPr>
        <p:style>
          <a:lnRef idx="0"/>
          <a:fillRef idx="0"/>
          <a:effectRef idx="0"/>
          <a:fontRef idx="minor"/>
        </p:style>
      </p:sp>
      <p:sp>
        <p:nvSpPr>
          <p:cNvPr id="213" name="CustomShape 4"/>
          <p:cNvSpPr/>
          <p:nvPr/>
        </p:nvSpPr>
        <p:spPr>
          <a:xfrm>
            <a:off x="179640" y="6841800"/>
            <a:ext cx="530640" cy="531000"/>
          </a:xfrm>
          <a:prstGeom prst="rect">
            <a:avLst/>
          </a:prstGeom>
          <a:solidFill>
            <a:srgbClr val="f44336"/>
          </a:solidFill>
          <a:ln>
            <a:noFill/>
          </a:ln>
        </p:spPr>
        <p:style>
          <a:lnRef idx="0"/>
          <a:fillRef idx="0"/>
          <a:effectRef idx="0"/>
          <a:fontRef idx="minor"/>
        </p:style>
      </p:sp>
      <p:sp>
        <p:nvSpPr>
          <p:cNvPr id="214" name="PlaceHolder 5"/>
          <p:cNvSpPr>
            <a:spLocks noGrp="1"/>
          </p:cNvSpPr>
          <p:nvPr>
            <p:ph type="title"/>
          </p:nvPr>
        </p:nvSpPr>
        <p:spPr>
          <a:xfrm>
            <a:off x="503640" y="301680"/>
            <a:ext cx="9069120" cy="1262520"/>
          </a:xfrm>
          <a:prstGeom prst="rect">
            <a:avLst/>
          </a:prstGeom>
        </p:spPr>
        <p:txBody>
          <a:bodyPr lIns="0" rIns="0" tIns="0" bIns="0" anchor="ctr"/>
          <a:p>
            <a:pPr algn="ctr"/>
            <a:r>
              <a:rPr b="0" lang="en-IN" sz="4400" spc="-1" strike="noStrike">
                <a:latin typeface="Arial"/>
              </a:rPr>
              <a:t>Click to edit the title text format</a:t>
            </a:r>
            <a:endParaRPr b="0" lang="en-IN" sz="4400" spc="-1" strike="noStrike">
              <a:latin typeface="Arial"/>
            </a:endParaRPr>
          </a:p>
        </p:txBody>
      </p:sp>
      <p:sp>
        <p:nvSpPr>
          <p:cNvPr id="215" name="PlaceHolder 6"/>
          <p:cNvSpPr>
            <a:spLocks noGrp="1"/>
          </p:cNvSpPr>
          <p:nvPr>
            <p:ph type="body"/>
          </p:nvPr>
        </p:nvSpPr>
        <p:spPr>
          <a:xfrm>
            <a:off x="503640" y="1769400"/>
            <a:ext cx="9069120" cy="43858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CustomShape 1"/>
          <p:cNvSpPr/>
          <p:nvPr/>
        </p:nvSpPr>
        <p:spPr>
          <a:xfrm>
            <a:off x="360" y="179640"/>
            <a:ext cx="9705960" cy="1249560"/>
          </a:xfrm>
          <a:prstGeom prst="rect">
            <a:avLst/>
          </a:prstGeom>
          <a:solidFill>
            <a:srgbClr val="e74c3c"/>
          </a:solidFill>
          <a:ln>
            <a:noFill/>
          </a:ln>
        </p:spPr>
        <p:style>
          <a:lnRef idx="0"/>
          <a:fillRef idx="0"/>
          <a:effectRef idx="0"/>
          <a:fontRef idx="minor"/>
        </p:style>
      </p:sp>
      <p:sp>
        <p:nvSpPr>
          <p:cNvPr id="253" name="CustomShape 2"/>
          <p:cNvSpPr/>
          <p:nvPr/>
        </p:nvSpPr>
        <p:spPr>
          <a:xfrm>
            <a:off x="7557120" y="6841800"/>
            <a:ext cx="2508120" cy="529200"/>
          </a:xfrm>
          <a:prstGeom prst="rect">
            <a:avLst/>
          </a:prstGeom>
          <a:solidFill>
            <a:srgbClr val="e74c3c"/>
          </a:solidFill>
          <a:ln>
            <a:noFill/>
          </a:ln>
        </p:spPr>
        <p:style>
          <a:lnRef idx="0"/>
          <a:fillRef idx="0"/>
          <a:effectRef idx="0"/>
          <a:fontRef idx="minor"/>
        </p:style>
      </p:sp>
      <p:sp>
        <p:nvSpPr>
          <p:cNvPr id="254" name="CustomShape 3"/>
          <p:cNvSpPr/>
          <p:nvPr/>
        </p:nvSpPr>
        <p:spPr>
          <a:xfrm>
            <a:off x="899640" y="6841800"/>
            <a:ext cx="6467040" cy="529200"/>
          </a:xfrm>
          <a:prstGeom prst="rect">
            <a:avLst/>
          </a:prstGeom>
          <a:solidFill>
            <a:srgbClr val="bdc3c7"/>
          </a:solidFill>
          <a:ln>
            <a:noFill/>
          </a:ln>
        </p:spPr>
        <p:style>
          <a:lnRef idx="0"/>
          <a:fillRef idx="0"/>
          <a:effectRef idx="0"/>
          <a:fontRef idx="minor"/>
        </p:style>
      </p:sp>
      <p:sp>
        <p:nvSpPr>
          <p:cNvPr id="255" name="CustomShape 4"/>
          <p:cNvSpPr/>
          <p:nvPr/>
        </p:nvSpPr>
        <p:spPr>
          <a:xfrm>
            <a:off x="179640" y="6841800"/>
            <a:ext cx="528840" cy="529200"/>
          </a:xfrm>
          <a:prstGeom prst="rect">
            <a:avLst/>
          </a:prstGeom>
          <a:solidFill>
            <a:srgbClr val="f44336"/>
          </a:solidFill>
          <a:ln>
            <a:noFill/>
          </a:ln>
        </p:spPr>
        <p:style>
          <a:lnRef idx="0"/>
          <a:fillRef idx="0"/>
          <a:effectRef idx="0"/>
          <a:fontRef idx="minor"/>
        </p:style>
      </p:sp>
      <p:sp>
        <p:nvSpPr>
          <p:cNvPr id="256" name="PlaceHolder 5"/>
          <p:cNvSpPr>
            <a:spLocks noGrp="1"/>
          </p:cNvSpPr>
          <p:nvPr>
            <p:ph type="title"/>
          </p:nvPr>
        </p:nvSpPr>
        <p:spPr>
          <a:xfrm>
            <a:off x="503640" y="301680"/>
            <a:ext cx="9069120" cy="1262520"/>
          </a:xfrm>
          <a:prstGeom prst="rect">
            <a:avLst/>
          </a:prstGeom>
        </p:spPr>
        <p:txBody>
          <a:bodyPr lIns="0" rIns="0" tIns="0" bIns="0" anchor="ctr"/>
          <a:p>
            <a:pPr algn="ctr"/>
            <a:r>
              <a:rPr b="0" lang="en-IN" sz="4400" spc="-1" strike="noStrike">
                <a:latin typeface="Arial"/>
              </a:rPr>
              <a:t>Click to edit the title text format</a:t>
            </a:r>
            <a:endParaRPr b="0" lang="en-IN" sz="4400" spc="-1" strike="noStrike">
              <a:latin typeface="Arial"/>
            </a:endParaRPr>
          </a:p>
        </p:txBody>
      </p:sp>
      <p:sp>
        <p:nvSpPr>
          <p:cNvPr id="257" name="PlaceHolder 6"/>
          <p:cNvSpPr>
            <a:spLocks noGrp="1"/>
          </p:cNvSpPr>
          <p:nvPr>
            <p:ph type="body"/>
          </p:nvPr>
        </p:nvSpPr>
        <p:spPr>
          <a:xfrm>
            <a:off x="503640" y="1769400"/>
            <a:ext cx="9069120" cy="43858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CustomShape 1"/>
          <p:cNvSpPr/>
          <p:nvPr/>
        </p:nvSpPr>
        <p:spPr>
          <a:xfrm>
            <a:off x="0" y="179640"/>
            <a:ext cx="9707760" cy="1251360"/>
          </a:xfrm>
          <a:prstGeom prst="rect">
            <a:avLst/>
          </a:prstGeom>
          <a:solidFill>
            <a:srgbClr val="e74c3c"/>
          </a:solidFill>
          <a:ln>
            <a:noFill/>
          </a:ln>
        </p:spPr>
        <p:style>
          <a:lnRef idx="0"/>
          <a:fillRef idx="0"/>
          <a:effectRef idx="0"/>
          <a:fontRef idx="minor"/>
        </p:style>
      </p:sp>
      <p:sp>
        <p:nvSpPr>
          <p:cNvPr id="295" name="CustomShape 2"/>
          <p:cNvSpPr/>
          <p:nvPr/>
        </p:nvSpPr>
        <p:spPr>
          <a:xfrm>
            <a:off x="7557120" y="6841800"/>
            <a:ext cx="2509920" cy="531000"/>
          </a:xfrm>
          <a:prstGeom prst="rect">
            <a:avLst/>
          </a:prstGeom>
          <a:solidFill>
            <a:srgbClr val="e74c3c"/>
          </a:solidFill>
          <a:ln>
            <a:noFill/>
          </a:ln>
        </p:spPr>
        <p:style>
          <a:lnRef idx="0"/>
          <a:fillRef idx="0"/>
          <a:effectRef idx="0"/>
          <a:fontRef idx="minor"/>
        </p:style>
      </p:sp>
      <p:sp>
        <p:nvSpPr>
          <p:cNvPr id="296" name="CustomShape 3"/>
          <p:cNvSpPr/>
          <p:nvPr/>
        </p:nvSpPr>
        <p:spPr>
          <a:xfrm>
            <a:off x="899640" y="6841800"/>
            <a:ext cx="6468840" cy="531000"/>
          </a:xfrm>
          <a:prstGeom prst="rect">
            <a:avLst/>
          </a:prstGeom>
          <a:solidFill>
            <a:srgbClr val="bdc3c7"/>
          </a:solidFill>
          <a:ln>
            <a:noFill/>
          </a:ln>
        </p:spPr>
        <p:style>
          <a:lnRef idx="0"/>
          <a:fillRef idx="0"/>
          <a:effectRef idx="0"/>
          <a:fontRef idx="minor"/>
        </p:style>
      </p:sp>
      <p:sp>
        <p:nvSpPr>
          <p:cNvPr id="297" name="CustomShape 4"/>
          <p:cNvSpPr/>
          <p:nvPr/>
        </p:nvSpPr>
        <p:spPr>
          <a:xfrm>
            <a:off x="179640" y="6841800"/>
            <a:ext cx="530640" cy="531000"/>
          </a:xfrm>
          <a:prstGeom prst="rect">
            <a:avLst/>
          </a:prstGeom>
          <a:solidFill>
            <a:srgbClr val="f44336"/>
          </a:solidFill>
          <a:ln>
            <a:noFill/>
          </a:ln>
        </p:spPr>
        <p:style>
          <a:lnRef idx="0"/>
          <a:fillRef idx="0"/>
          <a:effectRef idx="0"/>
          <a:fontRef idx="minor"/>
        </p:style>
      </p:sp>
      <p:sp>
        <p:nvSpPr>
          <p:cNvPr id="298" name="PlaceHolder 5"/>
          <p:cNvSpPr>
            <a:spLocks noGrp="1"/>
          </p:cNvSpPr>
          <p:nvPr>
            <p:ph type="title"/>
          </p:nvPr>
        </p:nvSpPr>
        <p:spPr>
          <a:xfrm>
            <a:off x="503640" y="301680"/>
            <a:ext cx="9069120" cy="1262520"/>
          </a:xfrm>
          <a:prstGeom prst="rect">
            <a:avLst/>
          </a:prstGeom>
        </p:spPr>
        <p:txBody>
          <a:bodyPr lIns="0" rIns="0" tIns="0" bIns="0" anchor="ctr"/>
          <a:p>
            <a:pPr algn="ctr"/>
            <a:r>
              <a:rPr b="0" lang="en-IN" sz="4400" spc="-1" strike="noStrike">
                <a:latin typeface="Arial"/>
              </a:rPr>
              <a:t>Click to edit the title text format</a:t>
            </a:r>
            <a:endParaRPr b="0" lang="en-IN" sz="4400" spc="-1" strike="noStrike">
              <a:latin typeface="Arial"/>
            </a:endParaRPr>
          </a:p>
        </p:txBody>
      </p:sp>
      <p:sp>
        <p:nvSpPr>
          <p:cNvPr id="299" name="PlaceHolder 6"/>
          <p:cNvSpPr>
            <a:spLocks noGrp="1"/>
          </p:cNvSpPr>
          <p:nvPr>
            <p:ph type="body"/>
          </p:nvPr>
        </p:nvSpPr>
        <p:spPr>
          <a:xfrm>
            <a:off x="503640" y="1769400"/>
            <a:ext cx="9069120" cy="43858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8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CustomShape 1"/>
          <p:cNvSpPr/>
          <p:nvPr/>
        </p:nvSpPr>
        <p:spPr>
          <a:xfrm>
            <a:off x="502920" y="301680"/>
            <a:ext cx="9052560" cy="1247400"/>
          </a:xfrm>
          <a:prstGeom prst="rect">
            <a:avLst/>
          </a:prstGeom>
          <a:noFill/>
          <a:ln>
            <a:noFill/>
          </a:ln>
        </p:spPr>
        <p:style>
          <a:lnRef idx="0"/>
          <a:fillRef idx="0"/>
          <a:effectRef idx="0"/>
          <a:fontRef idx="minor"/>
        </p:style>
        <p:txBody>
          <a:bodyPr lIns="0" rIns="0" tIns="0" bIns="0" anchor="ctr"/>
          <a:p>
            <a:pPr algn="ctr">
              <a:lnSpc>
                <a:spcPct val="100000"/>
              </a:lnSpc>
            </a:pPr>
            <a:r>
              <a:rPr b="1" lang="en-IN" sz="4000" spc="-1" strike="noStrike">
                <a:solidFill>
                  <a:srgbClr val="ffffff"/>
                </a:solidFill>
                <a:latin typeface="Arial"/>
                <a:ea typeface="DejaVu Sans"/>
              </a:rPr>
              <a:t>Control statements</a:t>
            </a:r>
            <a:endParaRPr b="0" lang="en-IN" sz="4000" spc="-1" strike="noStrike">
              <a:latin typeface="Arial"/>
            </a:endParaRPr>
          </a:p>
        </p:txBody>
      </p:sp>
      <p:sp>
        <p:nvSpPr>
          <p:cNvPr id="343" name="CustomShape 2"/>
          <p:cNvSpPr/>
          <p:nvPr/>
        </p:nvSpPr>
        <p:spPr>
          <a:xfrm>
            <a:off x="216000" y="2304000"/>
            <a:ext cx="9068400" cy="3092400"/>
          </a:xfrm>
          <a:prstGeom prst="rect">
            <a:avLst/>
          </a:prstGeom>
          <a:noFill/>
          <a:ln>
            <a:noFill/>
          </a:ln>
        </p:spPr>
        <p:style>
          <a:lnRef idx="0"/>
          <a:fillRef idx="0"/>
          <a:effectRef idx="0"/>
          <a:fontRef idx="minor"/>
        </p:style>
        <p:txBody>
          <a:bodyPr lIns="0" rIns="0" tIns="0" bIns="0" anchor="ctr"/>
          <a:p>
            <a:pPr algn="just">
              <a:lnSpc>
                <a:spcPct val="93000"/>
              </a:lnSpc>
            </a:pPr>
            <a:r>
              <a:rPr b="0" lang="en-IN" sz="3600" spc="-1" strike="noStrike">
                <a:solidFill>
                  <a:srgbClr val="000000"/>
                </a:solidFill>
                <a:latin typeface="Arial"/>
                <a:ea typeface="Droid Sans Fallback"/>
              </a:rPr>
              <a:t>       </a:t>
            </a:r>
            <a:r>
              <a:rPr b="0" lang="en-IN" sz="3600" spc="-1" strike="noStrike">
                <a:solidFill>
                  <a:srgbClr val="000000"/>
                </a:solidFill>
                <a:latin typeface="Times New Roman"/>
                <a:ea typeface="Droid Sans Fallback"/>
              </a:rPr>
              <a:t> </a:t>
            </a:r>
            <a:r>
              <a:rPr b="0" lang="en-IN" sz="3600" spc="-1" strike="noStrike">
                <a:solidFill>
                  <a:srgbClr val="000000"/>
                </a:solidFill>
                <a:latin typeface="Times New Roman"/>
                <a:ea typeface="Droid Sans Fallback"/>
              </a:rPr>
              <a:t>Control statements enable us to specify the order in which the various instructions in the program are to be executed. They define how the control is transferred to other parts of the program.</a:t>
            </a:r>
            <a:endParaRPr b="0" lang="en-IN" sz="3600" spc="-1" strike="noStrike">
              <a:latin typeface="Arial"/>
            </a:endParaRPr>
          </a:p>
        </p:txBody>
      </p:sp>
    </p:spTree>
  </p:cSld>
  <p:timing>
    <p:tnLst>
      <p:par>
        <p:cTn id="1" dur="indefinite" restart="never" nodeType="tmRoot">
          <p:childTnLst>
            <p:seq>
              <p:cTn id="2" dur="indefinite" nodeType="mainSeq"/>
              <p:prevCondLst>
                <p:cond delay="0" evt="onPrev">
                  <p:tgtEl>
                    <p:sldTgt/>
                  </p:tgtEl>
                </p:cond>
              </p:prevCondLst>
              <p:nextCondLst>
                <p:cond delay="0"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CustomShape 1"/>
          <p:cNvSpPr/>
          <p:nvPr/>
        </p:nvSpPr>
        <p:spPr>
          <a:xfrm>
            <a:off x="502920" y="301680"/>
            <a:ext cx="9054000" cy="1249200"/>
          </a:xfrm>
          <a:prstGeom prst="rect">
            <a:avLst/>
          </a:prstGeom>
          <a:noFill/>
          <a:ln>
            <a:noFill/>
          </a:ln>
        </p:spPr>
        <p:style>
          <a:lnRef idx="0"/>
          <a:fillRef idx="0"/>
          <a:effectRef idx="0"/>
          <a:fontRef idx="minor"/>
        </p:style>
        <p:txBody>
          <a:bodyPr lIns="0" rIns="0" tIns="39240" bIns="0" anchor="ctr"/>
          <a:p>
            <a:pPr>
              <a:lnSpc>
                <a:spcPct val="93000"/>
              </a:lnSpc>
            </a:pPr>
            <a:r>
              <a:rPr b="0" lang="en-IN" sz="4400" spc="-1" strike="noStrike">
                <a:solidFill>
                  <a:srgbClr val="ffffff"/>
                </a:solidFill>
                <a:latin typeface="Arial"/>
                <a:ea typeface="Droid Sans Fallback"/>
              </a:rPr>
              <a:t>Introduction</a:t>
            </a:r>
            <a:endParaRPr b="0" lang="en-IN" sz="4400" spc="-1" strike="noStrike">
              <a:latin typeface="Arial"/>
            </a:endParaRPr>
          </a:p>
        </p:txBody>
      </p:sp>
      <p:sp>
        <p:nvSpPr>
          <p:cNvPr id="345" name="CustomShape 2"/>
          <p:cNvSpPr/>
          <p:nvPr/>
        </p:nvSpPr>
        <p:spPr>
          <a:xfrm>
            <a:off x="502920" y="1768680"/>
            <a:ext cx="9054000" cy="4372920"/>
          </a:xfrm>
          <a:prstGeom prst="rect">
            <a:avLst/>
          </a:prstGeom>
          <a:noFill/>
          <a:ln>
            <a:noFill/>
          </a:ln>
        </p:spPr>
        <p:style>
          <a:lnRef idx="0"/>
          <a:fillRef idx="0"/>
          <a:effectRef idx="0"/>
          <a:fontRef idx="minor"/>
        </p:style>
        <p:txBody>
          <a:bodyPr lIns="0" rIns="0" tIns="19440" bIns="0" anchor="ctr"/>
          <a:p>
            <a:pPr algn="just">
              <a:lnSpc>
                <a:spcPct val="93000"/>
              </a:lnSpc>
            </a:pPr>
            <a:r>
              <a:rPr b="0" lang="en-IN" sz="2200" spc="-1" strike="noStrike">
                <a:solidFill>
                  <a:srgbClr val="000000"/>
                </a:solidFill>
                <a:latin typeface="Arial"/>
                <a:ea typeface="Droid Sans Fallback"/>
              </a:rPr>
              <a:t>	</a:t>
            </a:r>
            <a:r>
              <a:rPr b="0" lang="en-IN" sz="2400" spc="-1" strike="noStrike">
                <a:solidFill>
                  <a:srgbClr val="000000"/>
                </a:solidFill>
                <a:latin typeface="Arial"/>
                <a:ea typeface="Droid Sans Fallback"/>
              </a:rPr>
              <a:t>In C programs, statements are executed sequentially in the order in which they appear in the program.</a:t>
            </a:r>
            <a:endParaRPr b="0" lang="en-IN" sz="2400" spc="-1" strike="noStrike">
              <a:latin typeface="Arial"/>
            </a:endParaRPr>
          </a:p>
          <a:p>
            <a:pPr algn="just">
              <a:lnSpc>
                <a:spcPct val="93000"/>
              </a:lnSpc>
            </a:pPr>
            <a:endParaRPr b="0" lang="en-IN" sz="2400" spc="-1" strike="noStrike">
              <a:latin typeface="Arial"/>
            </a:endParaRPr>
          </a:p>
          <a:p>
            <a:pPr algn="just">
              <a:lnSpc>
                <a:spcPct val="93000"/>
              </a:lnSpc>
            </a:pPr>
            <a:r>
              <a:rPr b="0" lang="en-IN" sz="2400" spc="-1" strike="noStrike">
                <a:solidFill>
                  <a:srgbClr val="000000"/>
                </a:solidFill>
                <a:latin typeface="Arial"/>
                <a:ea typeface="Droid Sans Fallback"/>
              </a:rPr>
              <a:t>	</a:t>
            </a:r>
            <a:r>
              <a:rPr b="0" lang="en-IN" sz="2400" spc="-1" strike="noStrike">
                <a:solidFill>
                  <a:srgbClr val="000000"/>
                </a:solidFill>
                <a:latin typeface="Arial"/>
                <a:ea typeface="Droid Sans Fallback"/>
              </a:rPr>
              <a:t>But sometimes we may want to use a condition for executing       only a part of program.</a:t>
            </a:r>
            <a:endParaRPr b="0" lang="en-IN" sz="2400" spc="-1" strike="noStrike">
              <a:latin typeface="Arial"/>
            </a:endParaRPr>
          </a:p>
          <a:p>
            <a:pPr algn="just">
              <a:lnSpc>
                <a:spcPct val="93000"/>
              </a:lnSpc>
            </a:pPr>
            <a:r>
              <a:rPr b="0" lang="en-IN" sz="2400" spc="-1" strike="noStrike">
                <a:solidFill>
                  <a:srgbClr val="000000"/>
                </a:solidFill>
                <a:latin typeface="Arial"/>
                <a:ea typeface="Droid Sans Fallback"/>
              </a:rPr>
              <a:t>	</a:t>
            </a:r>
            <a:endParaRPr b="0" lang="en-IN" sz="2400" spc="-1" strike="noStrike">
              <a:latin typeface="Arial"/>
            </a:endParaRPr>
          </a:p>
          <a:p>
            <a:pPr algn="just">
              <a:lnSpc>
                <a:spcPct val="93000"/>
              </a:lnSpc>
            </a:pPr>
            <a:r>
              <a:rPr b="0" lang="en-IN" sz="2400" spc="-1" strike="noStrike">
                <a:solidFill>
                  <a:srgbClr val="000000"/>
                </a:solidFill>
                <a:latin typeface="Arial"/>
                <a:ea typeface="Droid Sans Fallback"/>
              </a:rPr>
              <a:t>	</a:t>
            </a:r>
            <a:r>
              <a:rPr b="0" lang="en-IN" sz="2400" spc="-1" strike="noStrike">
                <a:solidFill>
                  <a:srgbClr val="000000"/>
                </a:solidFill>
                <a:latin typeface="Arial"/>
                <a:ea typeface="Droid Sans Fallback"/>
              </a:rPr>
              <a:t>Also many situations arise where we may want to execute some </a:t>
            </a:r>
            <a:r>
              <a:rPr b="0" lang="en-IN" sz="2400" spc="-1" strike="noStrike">
                <a:solidFill>
                  <a:srgbClr val="000000"/>
                </a:solidFill>
                <a:latin typeface="Arial"/>
                <a:ea typeface="Droid Sans Fallback"/>
              </a:rPr>
              <a:t>	</a:t>
            </a:r>
            <a:r>
              <a:rPr b="0" lang="en-IN" sz="2400" spc="-1" strike="noStrike">
                <a:solidFill>
                  <a:srgbClr val="000000"/>
                </a:solidFill>
                <a:latin typeface="Arial"/>
                <a:ea typeface="Droid Sans Fallback"/>
              </a:rPr>
              <a:t>statements several times.</a:t>
            </a:r>
            <a:endParaRPr b="0" lang="en-IN" sz="2400" spc="-1" strike="noStrike">
              <a:latin typeface="Arial"/>
            </a:endParaRPr>
          </a:p>
          <a:p>
            <a:pPr algn="just">
              <a:lnSpc>
                <a:spcPct val="93000"/>
              </a:lnSpc>
            </a:pPr>
            <a:r>
              <a:rPr b="0" lang="en-IN" sz="2400" spc="-1" strike="noStrike">
                <a:solidFill>
                  <a:srgbClr val="000000"/>
                </a:solidFill>
                <a:latin typeface="Arial"/>
                <a:ea typeface="Droid Sans Fallback"/>
              </a:rPr>
              <a:t>	</a:t>
            </a:r>
            <a:endParaRPr b="0" lang="en-IN" sz="2400" spc="-1" strike="noStrike">
              <a:latin typeface="Arial"/>
            </a:endParaRPr>
          </a:p>
          <a:p>
            <a:pPr algn="just">
              <a:lnSpc>
                <a:spcPct val="93000"/>
              </a:lnSpc>
            </a:pPr>
            <a:r>
              <a:rPr b="0" lang="en-IN" sz="2400" spc="-1" strike="noStrike">
                <a:solidFill>
                  <a:srgbClr val="000000"/>
                </a:solidFill>
                <a:latin typeface="Arial"/>
                <a:ea typeface="Droid Sans Fallback"/>
              </a:rPr>
              <a:t>     </a:t>
            </a:r>
            <a:r>
              <a:rPr b="0" lang="en-IN" sz="2400" spc="-1" strike="noStrike">
                <a:solidFill>
                  <a:srgbClr val="000000"/>
                </a:solidFill>
                <a:latin typeface="Arial"/>
                <a:ea typeface="Droid Sans Fallback"/>
              </a:rPr>
              <a:t>Control statements enable us to specify the order in which           the various instructions in the program are to be executed.</a:t>
            </a:r>
            <a:endParaRPr b="0" lang="en-IN" sz="2400" spc="-1" strike="noStrike">
              <a:latin typeface="Arial"/>
            </a:endParaRPr>
          </a:p>
          <a:p>
            <a:pPr algn="just">
              <a:lnSpc>
                <a:spcPct val="93000"/>
              </a:lnSpc>
            </a:pPr>
            <a:endParaRPr b="0" lang="en-IN" sz="2400" spc="-1" strike="noStrike">
              <a:latin typeface="Arial"/>
            </a:endParaRPr>
          </a:p>
          <a:p>
            <a:pPr algn="just">
              <a:lnSpc>
                <a:spcPct val="93000"/>
              </a:lnSpc>
            </a:pPr>
            <a:endParaRPr b="0" lang="en-IN" sz="2400" spc="-1" strike="noStrike">
              <a:latin typeface="Arial"/>
            </a:endParaRPr>
          </a:p>
          <a:p>
            <a:pPr algn="just">
              <a:lnSpc>
                <a:spcPct val="93000"/>
              </a:lnSpc>
            </a:pPr>
            <a:endParaRPr b="0" lang="en-IN" sz="2400" spc="-1" strike="noStrike">
              <a:latin typeface="Arial"/>
            </a:endParaRPr>
          </a:p>
        </p:txBody>
      </p:sp>
    </p:spTree>
  </p:cSld>
  <p:timing>
    <p:tnLst>
      <p:par>
        <p:cTn id="3" dur="indefinite" restart="never" nodeType="tmRoot">
          <p:childTnLst>
            <p:seq>
              <p:cTn id="4" dur="indefinite" nodeType="mainSeq"/>
              <p:prevCondLst>
                <p:cond delay="0" evt="onPrev">
                  <p:tgtEl>
                    <p:sldTgt/>
                  </p:tgtEl>
                </p:cond>
              </p:prevCondLst>
              <p:nextCondLst>
                <p:cond delay="0"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CustomShape 1"/>
          <p:cNvSpPr/>
          <p:nvPr/>
        </p:nvSpPr>
        <p:spPr>
          <a:xfrm>
            <a:off x="502920" y="301680"/>
            <a:ext cx="9054000" cy="1249200"/>
          </a:xfrm>
          <a:prstGeom prst="rect">
            <a:avLst/>
          </a:prstGeom>
          <a:noFill/>
          <a:ln>
            <a:noFill/>
          </a:ln>
        </p:spPr>
        <p:style>
          <a:lnRef idx="0"/>
          <a:fillRef idx="0"/>
          <a:effectRef idx="0"/>
          <a:fontRef idx="minor"/>
        </p:style>
        <p:txBody>
          <a:bodyPr lIns="0" rIns="0" tIns="39240" bIns="0" anchor="ctr"/>
          <a:p>
            <a:pPr>
              <a:lnSpc>
                <a:spcPct val="93000"/>
              </a:lnSpc>
            </a:pPr>
            <a:r>
              <a:rPr b="0" lang="en-IN" sz="4400" spc="-1" strike="noStrike">
                <a:solidFill>
                  <a:srgbClr val="ffffff"/>
                </a:solidFill>
                <a:latin typeface="Arial"/>
                <a:ea typeface="Droid Sans Fallback"/>
              </a:rPr>
              <a:t>Types</a:t>
            </a:r>
            <a:endParaRPr b="0" lang="en-IN" sz="4400" spc="-1" strike="noStrike">
              <a:latin typeface="Arial"/>
            </a:endParaRPr>
          </a:p>
        </p:txBody>
      </p:sp>
      <p:sp>
        <p:nvSpPr>
          <p:cNvPr id="347" name="CustomShape 2"/>
          <p:cNvSpPr/>
          <p:nvPr/>
        </p:nvSpPr>
        <p:spPr>
          <a:xfrm>
            <a:off x="502920" y="1749960"/>
            <a:ext cx="9054000" cy="4676040"/>
          </a:xfrm>
          <a:prstGeom prst="rect">
            <a:avLst/>
          </a:prstGeom>
          <a:noFill/>
          <a:ln>
            <a:noFill/>
          </a:ln>
        </p:spPr>
        <p:style>
          <a:lnRef idx="0"/>
          <a:fillRef idx="0"/>
          <a:effectRef idx="0"/>
          <a:fontRef idx="minor"/>
        </p:style>
        <p:txBody>
          <a:bodyPr lIns="0" rIns="0" tIns="19440" bIns="0" anchor="ctr"/>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This determines the flow of control. Control statements defines how          the control is transferred to other parts of the program.</a:t>
            </a: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p:txBody>
      </p:sp>
      <p:pic>
        <p:nvPicPr>
          <p:cNvPr id="348" name="" descr=""/>
          <p:cNvPicPr/>
          <p:nvPr/>
        </p:nvPicPr>
        <p:blipFill>
          <a:blip r:embed="rId1"/>
          <a:stretch/>
        </p:blipFill>
        <p:spPr>
          <a:xfrm>
            <a:off x="1096200" y="2378880"/>
            <a:ext cx="7664040" cy="4652280"/>
          </a:xfrm>
          <a:prstGeom prst="rect">
            <a:avLst/>
          </a:prstGeom>
          <a:ln>
            <a:noFill/>
          </a:ln>
        </p:spPr>
      </p:pic>
    </p:spTree>
  </p:cSld>
  <p:timing>
    <p:tnLst>
      <p:par>
        <p:cTn id="5" dur="indefinite" restart="never" nodeType="tmRoot">
          <p:childTnLst>
            <p:seq>
              <p:cTn id="6" dur="indefinite" nodeType="mainSeq"/>
              <p:prevCondLst>
                <p:cond delay="0" evt="onPrev">
                  <p:tgtEl>
                    <p:sldTgt/>
                  </p:tgtEl>
                </p:cond>
              </p:prevCondLst>
              <p:nextCondLst>
                <p:cond delay="0"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CustomShape 1"/>
          <p:cNvSpPr/>
          <p:nvPr/>
        </p:nvSpPr>
        <p:spPr>
          <a:xfrm>
            <a:off x="3238560" y="216000"/>
            <a:ext cx="3010320" cy="491400"/>
          </a:xfrm>
          <a:prstGeom prst="rect">
            <a:avLst/>
          </a:prstGeom>
          <a:solidFill>
            <a:srgbClr val="ffffcc"/>
          </a:solidFill>
          <a:ln>
            <a:solidFill>
              <a:srgbClr val="3465a4"/>
            </a:solidFill>
          </a:ln>
        </p:spPr>
        <p:style>
          <a:lnRef idx="0"/>
          <a:fillRef idx="0"/>
          <a:effectRef idx="0"/>
          <a:fontRef idx="minor"/>
        </p:style>
        <p:txBody>
          <a:bodyPr wrap="none" lIns="90000" rIns="90000" tIns="45000" bIns="45000" anchor="ctr"/>
          <a:p>
            <a:pPr algn="ctr">
              <a:lnSpc>
                <a:spcPct val="100000"/>
              </a:lnSpc>
            </a:pPr>
            <a:r>
              <a:rPr b="1" lang="en-IN" sz="2400" spc="-1" strike="noStrike">
                <a:solidFill>
                  <a:srgbClr val="000000"/>
                </a:solidFill>
                <a:latin typeface="Arial"/>
                <a:ea typeface="DejaVu Sans"/>
              </a:rPr>
              <a:t>Control statements</a:t>
            </a:r>
            <a:endParaRPr b="0" lang="en-IN" sz="2400" spc="-1" strike="noStrike">
              <a:latin typeface="Arial"/>
            </a:endParaRPr>
          </a:p>
        </p:txBody>
      </p:sp>
      <p:sp>
        <p:nvSpPr>
          <p:cNvPr id="350" name="CustomShape 2"/>
          <p:cNvSpPr/>
          <p:nvPr/>
        </p:nvSpPr>
        <p:spPr>
          <a:xfrm>
            <a:off x="575640" y="2448720"/>
            <a:ext cx="3010320" cy="491400"/>
          </a:xfrm>
          <a:prstGeom prst="rect">
            <a:avLst/>
          </a:prstGeom>
          <a:solidFill>
            <a:srgbClr val="ffffcc"/>
          </a:solidFill>
          <a:ln>
            <a:solidFill>
              <a:srgbClr val="3465a4"/>
            </a:solidFill>
          </a:ln>
        </p:spPr>
        <p:style>
          <a:lnRef idx="0"/>
          <a:fillRef idx="0"/>
          <a:effectRef idx="0"/>
          <a:fontRef idx="minor"/>
        </p:style>
        <p:txBody>
          <a:bodyPr wrap="none" lIns="90000" rIns="90000" tIns="45000" bIns="45000" anchor="ctr"/>
          <a:p>
            <a:pPr algn="ctr">
              <a:lnSpc>
                <a:spcPct val="100000"/>
              </a:lnSpc>
            </a:pPr>
            <a:r>
              <a:rPr b="1" lang="en-IN" sz="2400" spc="-1" strike="noStrike">
                <a:solidFill>
                  <a:srgbClr val="000000"/>
                </a:solidFill>
                <a:latin typeface="Arial"/>
                <a:ea typeface="DejaVu Sans"/>
              </a:rPr>
              <a:t>Non-iterative</a:t>
            </a:r>
            <a:endParaRPr b="0" lang="en-IN" sz="2400" spc="-1" strike="noStrike">
              <a:latin typeface="Arial"/>
            </a:endParaRPr>
          </a:p>
        </p:txBody>
      </p:sp>
      <p:sp>
        <p:nvSpPr>
          <p:cNvPr id="351" name="CustomShape 3"/>
          <p:cNvSpPr/>
          <p:nvPr/>
        </p:nvSpPr>
        <p:spPr>
          <a:xfrm>
            <a:off x="6117480" y="2448720"/>
            <a:ext cx="3010320" cy="491400"/>
          </a:xfrm>
          <a:prstGeom prst="rect">
            <a:avLst/>
          </a:prstGeom>
          <a:solidFill>
            <a:srgbClr val="ffffcc"/>
          </a:solidFill>
          <a:ln>
            <a:solidFill>
              <a:srgbClr val="3465a4"/>
            </a:solidFill>
          </a:ln>
        </p:spPr>
        <p:style>
          <a:lnRef idx="0"/>
          <a:fillRef idx="0"/>
          <a:effectRef idx="0"/>
          <a:fontRef idx="minor"/>
        </p:style>
        <p:txBody>
          <a:bodyPr wrap="none" lIns="90000" rIns="90000" tIns="45000" bIns="45000" anchor="ctr"/>
          <a:p>
            <a:pPr algn="ctr">
              <a:lnSpc>
                <a:spcPct val="100000"/>
              </a:lnSpc>
            </a:pPr>
            <a:r>
              <a:rPr b="1" lang="en-IN" sz="2400" spc="-1" strike="noStrike">
                <a:solidFill>
                  <a:srgbClr val="000000"/>
                </a:solidFill>
                <a:latin typeface="Arial"/>
                <a:ea typeface="DejaVu Sans"/>
              </a:rPr>
              <a:t>iterative</a:t>
            </a:r>
            <a:endParaRPr b="0" lang="en-IN" sz="2400" spc="-1" strike="noStrike">
              <a:latin typeface="Arial"/>
            </a:endParaRPr>
          </a:p>
        </p:txBody>
      </p:sp>
      <p:sp>
        <p:nvSpPr>
          <p:cNvPr id="352" name="Line 4"/>
          <p:cNvSpPr/>
          <p:nvPr/>
        </p:nvSpPr>
        <p:spPr>
          <a:xfrm>
            <a:off x="360" y="0"/>
            <a:ext cx="360" cy="360"/>
          </a:xfrm>
          <a:prstGeom prst="line">
            <a:avLst/>
          </a:prstGeom>
          <a:ln>
            <a:solidFill>
              <a:srgbClr val="000000"/>
            </a:solidFill>
            <a:tailEnd len="med" type="triangle" w="med"/>
          </a:ln>
        </p:spPr>
        <p:style>
          <a:lnRef idx="0"/>
          <a:fillRef idx="0"/>
          <a:effectRef idx="0"/>
          <a:fontRef idx="minor"/>
        </p:style>
      </p:sp>
      <p:sp>
        <p:nvSpPr>
          <p:cNvPr id="353" name="Line 5"/>
          <p:cNvSpPr/>
          <p:nvPr/>
        </p:nvSpPr>
        <p:spPr>
          <a:xfrm>
            <a:off x="360" y="0"/>
            <a:ext cx="360" cy="360"/>
          </a:xfrm>
          <a:prstGeom prst="line">
            <a:avLst/>
          </a:prstGeom>
          <a:ln>
            <a:solidFill>
              <a:srgbClr val="000000"/>
            </a:solidFill>
            <a:tailEnd len="med" type="triangle" w="med"/>
          </a:ln>
        </p:spPr>
        <p:style>
          <a:lnRef idx="0"/>
          <a:fillRef idx="0"/>
          <a:effectRef idx="0"/>
          <a:fontRef idx="minor"/>
        </p:style>
      </p:sp>
      <p:sp>
        <p:nvSpPr>
          <p:cNvPr id="354" name="CustomShape 6"/>
          <p:cNvSpPr/>
          <p:nvPr/>
        </p:nvSpPr>
        <p:spPr>
          <a:xfrm>
            <a:off x="143640" y="4393440"/>
            <a:ext cx="1786680" cy="491400"/>
          </a:xfrm>
          <a:prstGeom prst="rect">
            <a:avLst/>
          </a:prstGeom>
          <a:solidFill>
            <a:srgbClr val="ffffcc"/>
          </a:solidFill>
          <a:ln>
            <a:solidFill>
              <a:srgbClr val="3465a4"/>
            </a:solidFill>
          </a:ln>
        </p:spPr>
        <p:style>
          <a:lnRef idx="0"/>
          <a:fillRef idx="0"/>
          <a:effectRef idx="0"/>
          <a:fontRef idx="minor"/>
        </p:style>
        <p:txBody>
          <a:bodyPr wrap="none" lIns="90000" rIns="90000" tIns="45000" bIns="45000" anchor="ctr"/>
          <a:p>
            <a:pPr algn="ctr">
              <a:lnSpc>
                <a:spcPct val="100000"/>
              </a:lnSpc>
            </a:pPr>
            <a:r>
              <a:rPr b="1" lang="en-IN" sz="2400" spc="-1" strike="noStrike">
                <a:solidFill>
                  <a:srgbClr val="000000"/>
                </a:solidFill>
                <a:latin typeface="Arial"/>
                <a:ea typeface="DejaVu Sans"/>
              </a:rPr>
              <a:t>conditional</a:t>
            </a:r>
            <a:endParaRPr b="0" lang="en-IN" sz="2400" spc="-1" strike="noStrike">
              <a:latin typeface="Arial"/>
            </a:endParaRPr>
          </a:p>
        </p:txBody>
      </p:sp>
      <p:sp>
        <p:nvSpPr>
          <p:cNvPr id="355" name="CustomShape 7"/>
          <p:cNvSpPr/>
          <p:nvPr/>
        </p:nvSpPr>
        <p:spPr>
          <a:xfrm>
            <a:off x="2302920" y="4393440"/>
            <a:ext cx="2290320" cy="491400"/>
          </a:xfrm>
          <a:prstGeom prst="rect">
            <a:avLst/>
          </a:prstGeom>
          <a:solidFill>
            <a:srgbClr val="ffffcc"/>
          </a:solidFill>
          <a:ln>
            <a:solidFill>
              <a:srgbClr val="3465a4"/>
            </a:solidFill>
          </a:ln>
        </p:spPr>
        <p:style>
          <a:lnRef idx="0"/>
          <a:fillRef idx="0"/>
          <a:effectRef idx="0"/>
          <a:fontRef idx="minor"/>
        </p:style>
        <p:txBody>
          <a:bodyPr wrap="none" lIns="90000" rIns="90000" tIns="45000" bIns="45000" anchor="ctr"/>
          <a:p>
            <a:pPr algn="ctr">
              <a:lnSpc>
                <a:spcPct val="100000"/>
              </a:lnSpc>
            </a:pPr>
            <a:r>
              <a:rPr b="1" lang="en-IN" sz="2400" spc="-1" strike="noStrike">
                <a:solidFill>
                  <a:srgbClr val="000000"/>
                </a:solidFill>
                <a:latin typeface="Arial"/>
                <a:ea typeface="DejaVu Sans"/>
              </a:rPr>
              <a:t>un-conditional</a:t>
            </a:r>
            <a:endParaRPr b="0" lang="en-IN" sz="2400" spc="-1" strike="noStrike">
              <a:latin typeface="Arial"/>
            </a:endParaRPr>
          </a:p>
        </p:txBody>
      </p:sp>
      <p:sp>
        <p:nvSpPr>
          <p:cNvPr id="356" name="Line 8"/>
          <p:cNvSpPr/>
          <p:nvPr/>
        </p:nvSpPr>
        <p:spPr>
          <a:xfrm>
            <a:off x="360" y="0"/>
            <a:ext cx="360" cy="360"/>
          </a:xfrm>
          <a:prstGeom prst="line">
            <a:avLst/>
          </a:prstGeom>
          <a:ln>
            <a:solidFill>
              <a:srgbClr val="000000"/>
            </a:solidFill>
            <a:tailEnd len="med" type="triangle" w="med"/>
          </a:ln>
        </p:spPr>
        <p:style>
          <a:lnRef idx="0"/>
          <a:fillRef idx="0"/>
          <a:effectRef idx="0"/>
          <a:fontRef idx="minor"/>
        </p:style>
      </p:sp>
      <p:sp>
        <p:nvSpPr>
          <p:cNvPr id="357" name="Line 9"/>
          <p:cNvSpPr/>
          <p:nvPr/>
        </p:nvSpPr>
        <p:spPr>
          <a:xfrm>
            <a:off x="360" y="0"/>
            <a:ext cx="360" cy="360"/>
          </a:xfrm>
          <a:prstGeom prst="line">
            <a:avLst/>
          </a:prstGeom>
          <a:ln>
            <a:solidFill>
              <a:srgbClr val="000000"/>
            </a:solidFill>
            <a:tailEnd len="med" type="triangle" w="med"/>
          </a:ln>
        </p:spPr>
        <p:style>
          <a:lnRef idx="0"/>
          <a:fillRef idx="0"/>
          <a:effectRef idx="0"/>
          <a:fontRef idx="minor"/>
        </p:style>
      </p:sp>
      <p:sp>
        <p:nvSpPr>
          <p:cNvPr id="358" name="Line 10"/>
          <p:cNvSpPr/>
          <p:nvPr/>
        </p:nvSpPr>
        <p:spPr>
          <a:xfrm>
            <a:off x="287640" y="4897440"/>
            <a:ext cx="360" cy="2520720"/>
          </a:xfrm>
          <a:prstGeom prst="line">
            <a:avLst/>
          </a:prstGeom>
          <a:ln>
            <a:solidFill>
              <a:srgbClr val="000000"/>
            </a:solidFill>
          </a:ln>
        </p:spPr>
        <p:style>
          <a:lnRef idx="0"/>
          <a:fillRef idx="0"/>
          <a:effectRef idx="0"/>
          <a:fontRef idx="minor"/>
        </p:style>
      </p:sp>
      <p:sp>
        <p:nvSpPr>
          <p:cNvPr id="359" name="Line 11"/>
          <p:cNvSpPr/>
          <p:nvPr/>
        </p:nvSpPr>
        <p:spPr>
          <a:xfrm>
            <a:off x="287640" y="5185440"/>
            <a:ext cx="432000" cy="360"/>
          </a:xfrm>
          <a:prstGeom prst="line">
            <a:avLst/>
          </a:prstGeom>
          <a:ln>
            <a:solidFill>
              <a:srgbClr val="000000"/>
            </a:solidFill>
            <a:tailEnd len="med" type="triangle" w="med"/>
          </a:ln>
        </p:spPr>
        <p:style>
          <a:lnRef idx="0"/>
          <a:fillRef idx="0"/>
          <a:effectRef idx="0"/>
          <a:fontRef idx="minor"/>
        </p:style>
      </p:sp>
      <p:sp>
        <p:nvSpPr>
          <p:cNvPr id="360" name="CustomShape 12"/>
          <p:cNvSpPr/>
          <p:nvPr/>
        </p:nvSpPr>
        <p:spPr>
          <a:xfrm>
            <a:off x="711360" y="4969440"/>
            <a:ext cx="922680" cy="420840"/>
          </a:xfrm>
          <a:prstGeom prst="rect">
            <a:avLst/>
          </a:prstGeom>
          <a:noFill/>
          <a:ln>
            <a:noFill/>
          </a:ln>
        </p:spPr>
        <p:style>
          <a:lnRef idx="0"/>
          <a:fillRef idx="0"/>
          <a:effectRef idx="0"/>
          <a:fontRef idx="minor"/>
        </p:style>
        <p:txBody>
          <a:bodyPr lIns="90000" rIns="90000" tIns="45000" bIns="45000"/>
          <a:p>
            <a:pPr>
              <a:lnSpc>
                <a:spcPct val="100000"/>
              </a:lnSpc>
            </a:pPr>
            <a:r>
              <a:rPr b="1" lang="en-IN" sz="2400" spc="-1" strike="noStrike">
                <a:solidFill>
                  <a:srgbClr val="000000"/>
                </a:solidFill>
                <a:latin typeface="Arial"/>
                <a:ea typeface="DejaVu Sans"/>
              </a:rPr>
              <a:t>if</a:t>
            </a:r>
            <a:endParaRPr b="0" lang="en-IN" sz="2400" spc="-1" strike="noStrike">
              <a:latin typeface="Arial"/>
            </a:endParaRPr>
          </a:p>
        </p:txBody>
      </p:sp>
      <p:sp>
        <p:nvSpPr>
          <p:cNvPr id="361" name="Line 13"/>
          <p:cNvSpPr/>
          <p:nvPr/>
        </p:nvSpPr>
        <p:spPr>
          <a:xfrm>
            <a:off x="287640" y="5689800"/>
            <a:ext cx="432000" cy="360"/>
          </a:xfrm>
          <a:prstGeom prst="line">
            <a:avLst/>
          </a:prstGeom>
          <a:ln>
            <a:solidFill>
              <a:srgbClr val="000000"/>
            </a:solidFill>
            <a:tailEnd len="med" type="triangle" w="med"/>
          </a:ln>
        </p:spPr>
        <p:style>
          <a:lnRef idx="0"/>
          <a:fillRef idx="0"/>
          <a:effectRef idx="0"/>
          <a:fontRef idx="minor"/>
        </p:style>
      </p:sp>
      <p:sp>
        <p:nvSpPr>
          <p:cNvPr id="362" name="CustomShape 14"/>
          <p:cNvSpPr/>
          <p:nvPr/>
        </p:nvSpPr>
        <p:spPr>
          <a:xfrm>
            <a:off x="711360" y="5472360"/>
            <a:ext cx="1470960" cy="420840"/>
          </a:xfrm>
          <a:prstGeom prst="rect">
            <a:avLst/>
          </a:prstGeom>
          <a:noFill/>
          <a:ln>
            <a:noFill/>
          </a:ln>
        </p:spPr>
        <p:style>
          <a:lnRef idx="0"/>
          <a:fillRef idx="0"/>
          <a:effectRef idx="0"/>
          <a:fontRef idx="minor"/>
        </p:style>
        <p:txBody>
          <a:bodyPr lIns="90000" rIns="90000" tIns="45000" bIns="45000"/>
          <a:p>
            <a:pPr>
              <a:lnSpc>
                <a:spcPct val="100000"/>
              </a:lnSpc>
            </a:pPr>
            <a:r>
              <a:rPr b="1" lang="en-IN" sz="2400" spc="-1" strike="noStrike">
                <a:solidFill>
                  <a:srgbClr val="000000"/>
                </a:solidFill>
                <a:latin typeface="Arial"/>
                <a:ea typeface="DejaVu Sans"/>
              </a:rPr>
              <a:t>if-else</a:t>
            </a:r>
            <a:endParaRPr b="0" lang="en-IN" sz="2400" spc="-1" strike="noStrike">
              <a:latin typeface="Arial"/>
            </a:endParaRPr>
          </a:p>
        </p:txBody>
      </p:sp>
      <p:sp>
        <p:nvSpPr>
          <p:cNvPr id="363" name="Line 15"/>
          <p:cNvSpPr/>
          <p:nvPr/>
        </p:nvSpPr>
        <p:spPr>
          <a:xfrm>
            <a:off x="287640" y="6195240"/>
            <a:ext cx="432000" cy="360"/>
          </a:xfrm>
          <a:prstGeom prst="line">
            <a:avLst/>
          </a:prstGeom>
          <a:ln>
            <a:solidFill>
              <a:srgbClr val="000000"/>
            </a:solidFill>
            <a:tailEnd len="med" type="triangle" w="med"/>
          </a:ln>
        </p:spPr>
        <p:style>
          <a:lnRef idx="0"/>
          <a:fillRef idx="0"/>
          <a:effectRef idx="0"/>
          <a:fontRef idx="minor"/>
        </p:style>
      </p:sp>
      <p:sp>
        <p:nvSpPr>
          <p:cNvPr id="364" name="CustomShape 16"/>
          <p:cNvSpPr/>
          <p:nvPr/>
        </p:nvSpPr>
        <p:spPr>
          <a:xfrm>
            <a:off x="711360" y="5977800"/>
            <a:ext cx="1653840" cy="420840"/>
          </a:xfrm>
          <a:prstGeom prst="rect">
            <a:avLst/>
          </a:prstGeom>
          <a:noFill/>
          <a:ln>
            <a:noFill/>
          </a:ln>
        </p:spPr>
        <p:style>
          <a:lnRef idx="0"/>
          <a:fillRef idx="0"/>
          <a:effectRef idx="0"/>
          <a:fontRef idx="minor"/>
        </p:style>
        <p:txBody>
          <a:bodyPr lIns="90000" rIns="90000" tIns="45000" bIns="45000"/>
          <a:p>
            <a:pPr>
              <a:lnSpc>
                <a:spcPct val="100000"/>
              </a:lnSpc>
            </a:pPr>
            <a:r>
              <a:rPr b="1" lang="en-IN" sz="2400" spc="-1" strike="noStrike">
                <a:solidFill>
                  <a:srgbClr val="000000"/>
                </a:solidFill>
                <a:latin typeface="Arial"/>
                <a:ea typeface="DejaVu Sans"/>
              </a:rPr>
              <a:t>nested if</a:t>
            </a:r>
            <a:endParaRPr b="0" lang="en-IN" sz="2400" spc="-1" strike="noStrike">
              <a:latin typeface="Arial"/>
            </a:endParaRPr>
          </a:p>
        </p:txBody>
      </p:sp>
      <p:sp>
        <p:nvSpPr>
          <p:cNvPr id="365" name="Line 17"/>
          <p:cNvSpPr/>
          <p:nvPr/>
        </p:nvSpPr>
        <p:spPr>
          <a:xfrm>
            <a:off x="287640" y="6698160"/>
            <a:ext cx="432000" cy="360"/>
          </a:xfrm>
          <a:prstGeom prst="line">
            <a:avLst/>
          </a:prstGeom>
          <a:ln>
            <a:solidFill>
              <a:srgbClr val="000000"/>
            </a:solidFill>
            <a:tailEnd len="med" type="triangle" w="med"/>
          </a:ln>
        </p:spPr>
        <p:style>
          <a:lnRef idx="0"/>
          <a:fillRef idx="0"/>
          <a:effectRef idx="0"/>
          <a:fontRef idx="minor"/>
        </p:style>
      </p:sp>
      <p:sp>
        <p:nvSpPr>
          <p:cNvPr id="366" name="CustomShape 18"/>
          <p:cNvSpPr/>
          <p:nvPr/>
        </p:nvSpPr>
        <p:spPr>
          <a:xfrm>
            <a:off x="711360" y="6480360"/>
            <a:ext cx="2385000" cy="420840"/>
          </a:xfrm>
          <a:prstGeom prst="rect">
            <a:avLst/>
          </a:prstGeom>
          <a:noFill/>
          <a:ln>
            <a:noFill/>
          </a:ln>
        </p:spPr>
        <p:style>
          <a:lnRef idx="0"/>
          <a:fillRef idx="0"/>
          <a:effectRef idx="0"/>
          <a:fontRef idx="minor"/>
        </p:style>
        <p:txBody>
          <a:bodyPr lIns="90000" rIns="90000" tIns="45000" bIns="45000"/>
          <a:p>
            <a:pPr>
              <a:lnSpc>
                <a:spcPct val="100000"/>
              </a:lnSpc>
            </a:pPr>
            <a:r>
              <a:rPr b="1" lang="en-IN" sz="2400" spc="-1" strike="noStrike">
                <a:solidFill>
                  <a:srgbClr val="000000"/>
                </a:solidFill>
                <a:latin typeface="Arial"/>
                <a:ea typeface="DejaVu Sans"/>
              </a:rPr>
              <a:t>else-if ladder</a:t>
            </a:r>
            <a:endParaRPr b="0" lang="en-IN" sz="2400" spc="-1" strike="noStrike">
              <a:latin typeface="Arial"/>
            </a:endParaRPr>
          </a:p>
        </p:txBody>
      </p:sp>
      <p:sp>
        <p:nvSpPr>
          <p:cNvPr id="367" name="Line 19"/>
          <p:cNvSpPr/>
          <p:nvPr/>
        </p:nvSpPr>
        <p:spPr>
          <a:xfrm>
            <a:off x="287640" y="7202160"/>
            <a:ext cx="432000" cy="360"/>
          </a:xfrm>
          <a:prstGeom prst="line">
            <a:avLst/>
          </a:prstGeom>
          <a:ln>
            <a:solidFill>
              <a:srgbClr val="000000"/>
            </a:solidFill>
            <a:tailEnd len="med" type="triangle" w="med"/>
          </a:ln>
        </p:spPr>
        <p:style>
          <a:lnRef idx="0"/>
          <a:fillRef idx="0"/>
          <a:effectRef idx="0"/>
          <a:fontRef idx="minor"/>
        </p:style>
      </p:sp>
      <p:sp>
        <p:nvSpPr>
          <p:cNvPr id="368" name="CustomShape 20"/>
          <p:cNvSpPr/>
          <p:nvPr/>
        </p:nvSpPr>
        <p:spPr>
          <a:xfrm>
            <a:off x="647640" y="6984720"/>
            <a:ext cx="1352160" cy="420840"/>
          </a:xfrm>
          <a:prstGeom prst="rect">
            <a:avLst/>
          </a:prstGeom>
          <a:noFill/>
          <a:ln>
            <a:noFill/>
          </a:ln>
        </p:spPr>
        <p:style>
          <a:lnRef idx="0"/>
          <a:fillRef idx="0"/>
          <a:effectRef idx="0"/>
          <a:fontRef idx="minor"/>
        </p:style>
        <p:txBody>
          <a:bodyPr lIns="90000" rIns="90000" tIns="45000" bIns="45000"/>
          <a:p>
            <a:pPr>
              <a:lnSpc>
                <a:spcPct val="100000"/>
              </a:lnSpc>
            </a:pPr>
            <a:r>
              <a:rPr b="1" lang="en-IN" sz="2400" spc="-1" strike="noStrike">
                <a:solidFill>
                  <a:srgbClr val="000000"/>
                </a:solidFill>
                <a:latin typeface="Arial"/>
                <a:ea typeface="DejaVu Sans"/>
              </a:rPr>
              <a:t> </a:t>
            </a:r>
            <a:r>
              <a:rPr b="1" lang="en-IN" sz="2400" spc="-1" strike="noStrike">
                <a:solidFill>
                  <a:srgbClr val="000000"/>
                </a:solidFill>
                <a:latin typeface="Arial"/>
                <a:ea typeface="DejaVu Sans"/>
              </a:rPr>
              <a:t>switch</a:t>
            </a:r>
            <a:endParaRPr b="0" lang="en-IN" sz="2400" spc="-1" strike="noStrike">
              <a:latin typeface="Arial"/>
            </a:endParaRPr>
          </a:p>
        </p:txBody>
      </p:sp>
      <p:sp>
        <p:nvSpPr>
          <p:cNvPr id="369" name="Line 21"/>
          <p:cNvSpPr/>
          <p:nvPr/>
        </p:nvSpPr>
        <p:spPr>
          <a:xfrm>
            <a:off x="3166560" y="4897440"/>
            <a:ext cx="360" cy="2304720"/>
          </a:xfrm>
          <a:prstGeom prst="line">
            <a:avLst/>
          </a:prstGeom>
          <a:ln>
            <a:solidFill>
              <a:srgbClr val="000000"/>
            </a:solidFill>
          </a:ln>
        </p:spPr>
        <p:style>
          <a:lnRef idx="0"/>
          <a:fillRef idx="0"/>
          <a:effectRef idx="0"/>
          <a:fontRef idx="minor"/>
        </p:style>
      </p:sp>
      <p:sp>
        <p:nvSpPr>
          <p:cNvPr id="370" name="Line 22"/>
          <p:cNvSpPr/>
          <p:nvPr/>
        </p:nvSpPr>
        <p:spPr>
          <a:xfrm>
            <a:off x="3166560" y="5185440"/>
            <a:ext cx="432000" cy="360"/>
          </a:xfrm>
          <a:prstGeom prst="line">
            <a:avLst/>
          </a:prstGeom>
          <a:ln>
            <a:solidFill>
              <a:srgbClr val="000000"/>
            </a:solidFill>
            <a:tailEnd len="med" type="triangle" w="med"/>
          </a:ln>
        </p:spPr>
        <p:style>
          <a:lnRef idx="0"/>
          <a:fillRef idx="0"/>
          <a:effectRef idx="0"/>
          <a:fontRef idx="minor"/>
        </p:style>
      </p:sp>
      <p:sp>
        <p:nvSpPr>
          <p:cNvPr id="371" name="CustomShape 23"/>
          <p:cNvSpPr/>
          <p:nvPr/>
        </p:nvSpPr>
        <p:spPr>
          <a:xfrm>
            <a:off x="3590280" y="4897440"/>
            <a:ext cx="1243080" cy="420840"/>
          </a:xfrm>
          <a:prstGeom prst="rect">
            <a:avLst/>
          </a:prstGeom>
          <a:noFill/>
          <a:ln>
            <a:noFill/>
          </a:ln>
        </p:spPr>
        <p:style>
          <a:lnRef idx="0"/>
          <a:fillRef idx="0"/>
          <a:effectRef idx="0"/>
          <a:fontRef idx="minor"/>
        </p:style>
        <p:txBody>
          <a:bodyPr lIns="90000" rIns="90000" tIns="45000" bIns="45000"/>
          <a:p>
            <a:pPr>
              <a:lnSpc>
                <a:spcPct val="100000"/>
              </a:lnSpc>
            </a:pPr>
            <a:r>
              <a:rPr b="1" lang="en-IN" sz="2400" spc="-1" strike="noStrike">
                <a:solidFill>
                  <a:srgbClr val="000000"/>
                </a:solidFill>
                <a:latin typeface="Arial"/>
                <a:ea typeface="DejaVu Sans"/>
              </a:rPr>
              <a:t>break</a:t>
            </a:r>
            <a:endParaRPr b="0" lang="en-IN" sz="2400" spc="-1" strike="noStrike">
              <a:latin typeface="Arial"/>
            </a:endParaRPr>
          </a:p>
        </p:txBody>
      </p:sp>
      <p:sp>
        <p:nvSpPr>
          <p:cNvPr id="372" name="Line 24"/>
          <p:cNvSpPr/>
          <p:nvPr/>
        </p:nvSpPr>
        <p:spPr>
          <a:xfrm>
            <a:off x="3166560" y="5689800"/>
            <a:ext cx="432000" cy="360"/>
          </a:xfrm>
          <a:prstGeom prst="line">
            <a:avLst/>
          </a:prstGeom>
          <a:ln>
            <a:solidFill>
              <a:srgbClr val="000000"/>
            </a:solidFill>
            <a:tailEnd len="med" type="triangle" w="med"/>
          </a:ln>
        </p:spPr>
        <p:style>
          <a:lnRef idx="0"/>
          <a:fillRef idx="0"/>
          <a:effectRef idx="0"/>
          <a:fontRef idx="minor"/>
        </p:style>
      </p:sp>
      <p:sp>
        <p:nvSpPr>
          <p:cNvPr id="373" name="CustomShape 25"/>
          <p:cNvSpPr/>
          <p:nvPr/>
        </p:nvSpPr>
        <p:spPr>
          <a:xfrm>
            <a:off x="3590280" y="5401800"/>
            <a:ext cx="1608480" cy="420840"/>
          </a:xfrm>
          <a:prstGeom prst="rect">
            <a:avLst/>
          </a:prstGeom>
          <a:noFill/>
          <a:ln>
            <a:noFill/>
          </a:ln>
        </p:spPr>
        <p:style>
          <a:lnRef idx="0"/>
          <a:fillRef idx="0"/>
          <a:effectRef idx="0"/>
          <a:fontRef idx="minor"/>
        </p:style>
        <p:txBody>
          <a:bodyPr lIns="90000" rIns="90000" tIns="45000" bIns="45000"/>
          <a:p>
            <a:pPr>
              <a:lnSpc>
                <a:spcPct val="100000"/>
              </a:lnSpc>
            </a:pPr>
            <a:r>
              <a:rPr b="1" lang="en-IN" sz="2400" spc="-1" strike="noStrike">
                <a:solidFill>
                  <a:srgbClr val="000000"/>
                </a:solidFill>
                <a:latin typeface="Arial"/>
                <a:ea typeface="DejaVu Sans"/>
              </a:rPr>
              <a:t>continue</a:t>
            </a:r>
            <a:endParaRPr b="0" lang="en-IN" sz="2400" spc="-1" strike="noStrike">
              <a:latin typeface="Arial"/>
            </a:endParaRPr>
          </a:p>
        </p:txBody>
      </p:sp>
      <p:sp>
        <p:nvSpPr>
          <p:cNvPr id="374" name="Line 26"/>
          <p:cNvSpPr/>
          <p:nvPr/>
        </p:nvSpPr>
        <p:spPr>
          <a:xfrm>
            <a:off x="3166560" y="6193800"/>
            <a:ext cx="432000" cy="360"/>
          </a:xfrm>
          <a:prstGeom prst="line">
            <a:avLst/>
          </a:prstGeom>
          <a:ln>
            <a:solidFill>
              <a:srgbClr val="000000"/>
            </a:solidFill>
            <a:tailEnd len="med" type="triangle" w="med"/>
          </a:ln>
        </p:spPr>
        <p:style>
          <a:lnRef idx="0"/>
          <a:fillRef idx="0"/>
          <a:effectRef idx="0"/>
          <a:fontRef idx="minor"/>
        </p:style>
      </p:sp>
      <p:sp>
        <p:nvSpPr>
          <p:cNvPr id="375" name="CustomShape 27"/>
          <p:cNvSpPr/>
          <p:nvPr/>
        </p:nvSpPr>
        <p:spPr>
          <a:xfrm>
            <a:off x="3590280" y="5905800"/>
            <a:ext cx="1243080" cy="420840"/>
          </a:xfrm>
          <a:prstGeom prst="rect">
            <a:avLst/>
          </a:prstGeom>
          <a:noFill/>
          <a:ln>
            <a:noFill/>
          </a:ln>
        </p:spPr>
        <p:style>
          <a:lnRef idx="0"/>
          <a:fillRef idx="0"/>
          <a:effectRef idx="0"/>
          <a:fontRef idx="minor"/>
        </p:style>
        <p:txBody>
          <a:bodyPr lIns="90000" rIns="90000" tIns="45000" bIns="45000"/>
          <a:p>
            <a:pPr>
              <a:lnSpc>
                <a:spcPct val="100000"/>
              </a:lnSpc>
            </a:pPr>
            <a:r>
              <a:rPr b="1" lang="en-IN" sz="2400" spc="-1" strike="noStrike">
                <a:solidFill>
                  <a:srgbClr val="000000"/>
                </a:solidFill>
                <a:latin typeface="Arial"/>
                <a:ea typeface="DejaVu Sans"/>
              </a:rPr>
              <a:t>return</a:t>
            </a:r>
            <a:endParaRPr b="0" lang="en-IN" sz="2400" spc="-1" strike="noStrike">
              <a:latin typeface="Arial"/>
            </a:endParaRPr>
          </a:p>
        </p:txBody>
      </p:sp>
      <p:sp>
        <p:nvSpPr>
          <p:cNvPr id="376" name="CustomShape 28"/>
          <p:cNvSpPr/>
          <p:nvPr/>
        </p:nvSpPr>
        <p:spPr>
          <a:xfrm>
            <a:off x="5613480" y="4393440"/>
            <a:ext cx="1786680" cy="491400"/>
          </a:xfrm>
          <a:prstGeom prst="rect">
            <a:avLst/>
          </a:prstGeom>
          <a:solidFill>
            <a:srgbClr val="ffffcc"/>
          </a:solidFill>
          <a:ln>
            <a:solidFill>
              <a:srgbClr val="3465a4"/>
            </a:solidFill>
          </a:ln>
        </p:spPr>
        <p:style>
          <a:lnRef idx="0"/>
          <a:fillRef idx="0"/>
          <a:effectRef idx="0"/>
          <a:fontRef idx="minor"/>
        </p:style>
        <p:txBody>
          <a:bodyPr wrap="none" lIns="90000" rIns="90000" tIns="45000" bIns="45000" anchor="ctr"/>
          <a:p>
            <a:pPr algn="ctr">
              <a:lnSpc>
                <a:spcPct val="100000"/>
              </a:lnSpc>
            </a:pPr>
            <a:r>
              <a:rPr b="1" lang="en-IN" sz="2400" spc="-1" strike="noStrike">
                <a:solidFill>
                  <a:srgbClr val="000000"/>
                </a:solidFill>
                <a:latin typeface="Arial"/>
                <a:ea typeface="DejaVu Sans"/>
              </a:rPr>
              <a:t>conditional</a:t>
            </a:r>
            <a:endParaRPr b="0" lang="en-IN" sz="2400" spc="-1" strike="noStrike">
              <a:latin typeface="Arial"/>
            </a:endParaRPr>
          </a:p>
        </p:txBody>
      </p:sp>
      <p:sp>
        <p:nvSpPr>
          <p:cNvPr id="377" name="CustomShape 29"/>
          <p:cNvSpPr/>
          <p:nvPr/>
        </p:nvSpPr>
        <p:spPr>
          <a:xfrm>
            <a:off x="7772760" y="4393440"/>
            <a:ext cx="2290320" cy="491400"/>
          </a:xfrm>
          <a:prstGeom prst="rect">
            <a:avLst/>
          </a:prstGeom>
          <a:solidFill>
            <a:srgbClr val="ffffcc"/>
          </a:solidFill>
          <a:ln>
            <a:solidFill>
              <a:srgbClr val="3465a4"/>
            </a:solidFill>
          </a:ln>
        </p:spPr>
        <p:style>
          <a:lnRef idx="0"/>
          <a:fillRef idx="0"/>
          <a:effectRef idx="0"/>
          <a:fontRef idx="minor"/>
        </p:style>
        <p:txBody>
          <a:bodyPr wrap="none" lIns="90000" rIns="90000" tIns="45000" bIns="45000" anchor="ctr"/>
          <a:p>
            <a:pPr algn="ctr">
              <a:lnSpc>
                <a:spcPct val="100000"/>
              </a:lnSpc>
            </a:pPr>
            <a:r>
              <a:rPr b="1" lang="en-IN" sz="2400" spc="-1" strike="noStrike">
                <a:solidFill>
                  <a:srgbClr val="000000"/>
                </a:solidFill>
                <a:latin typeface="Arial"/>
                <a:ea typeface="DejaVu Sans"/>
              </a:rPr>
              <a:t>un-conditional</a:t>
            </a:r>
            <a:endParaRPr b="0" lang="en-IN" sz="2400" spc="-1" strike="noStrike">
              <a:latin typeface="Arial"/>
            </a:endParaRPr>
          </a:p>
        </p:txBody>
      </p:sp>
      <p:sp>
        <p:nvSpPr>
          <p:cNvPr id="378" name="Line 30"/>
          <p:cNvSpPr/>
          <p:nvPr/>
        </p:nvSpPr>
        <p:spPr>
          <a:xfrm>
            <a:off x="360" y="0"/>
            <a:ext cx="360" cy="360"/>
          </a:xfrm>
          <a:prstGeom prst="line">
            <a:avLst/>
          </a:prstGeom>
          <a:ln>
            <a:solidFill>
              <a:srgbClr val="000000"/>
            </a:solidFill>
            <a:tailEnd len="med" type="triangle" w="med"/>
          </a:ln>
        </p:spPr>
        <p:style>
          <a:lnRef idx="0"/>
          <a:fillRef idx="0"/>
          <a:effectRef idx="0"/>
          <a:fontRef idx="minor"/>
        </p:style>
      </p:sp>
      <p:sp>
        <p:nvSpPr>
          <p:cNvPr id="379" name="Line 31"/>
          <p:cNvSpPr/>
          <p:nvPr/>
        </p:nvSpPr>
        <p:spPr>
          <a:xfrm>
            <a:off x="360" y="0"/>
            <a:ext cx="360" cy="360"/>
          </a:xfrm>
          <a:prstGeom prst="line">
            <a:avLst/>
          </a:prstGeom>
          <a:ln>
            <a:solidFill>
              <a:srgbClr val="000000"/>
            </a:solidFill>
            <a:tailEnd len="med" type="triangle" w="med"/>
          </a:ln>
        </p:spPr>
        <p:style>
          <a:lnRef idx="0"/>
          <a:fillRef idx="0"/>
          <a:effectRef idx="0"/>
          <a:fontRef idx="minor"/>
        </p:style>
      </p:sp>
      <p:sp>
        <p:nvSpPr>
          <p:cNvPr id="380" name="Line 32"/>
          <p:cNvSpPr/>
          <p:nvPr/>
        </p:nvSpPr>
        <p:spPr>
          <a:xfrm>
            <a:off x="5829480" y="4897440"/>
            <a:ext cx="360" cy="2016720"/>
          </a:xfrm>
          <a:prstGeom prst="line">
            <a:avLst/>
          </a:prstGeom>
          <a:ln>
            <a:solidFill>
              <a:srgbClr val="000000"/>
            </a:solidFill>
          </a:ln>
        </p:spPr>
        <p:style>
          <a:lnRef idx="0"/>
          <a:fillRef idx="0"/>
          <a:effectRef idx="0"/>
          <a:fontRef idx="minor"/>
        </p:style>
      </p:sp>
      <p:sp>
        <p:nvSpPr>
          <p:cNvPr id="381" name="Line 33"/>
          <p:cNvSpPr/>
          <p:nvPr/>
        </p:nvSpPr>
        <p:spPr>
          <a:xfrm>
            <a:off x="5829480" y="5401440"/>
            <a:ext cx="432000" cy="360"/>
          </a:xfrm>
          <a:prstGeom prst="line">
            <a:avLst/>
          </a:prstGeom>
          <a:ln>
            <a:solidFill>
              <a:srgbClr val="000000"/>
            </a:solidFill>
            <a:tailEnd len="med" type="triangle" w="med"/>
          </a:ln>
        </p:spPr>
        <p:style>
          <a:lnRef idx="0"/>
          <a:fillRef idx="0"/>
          <a:effectRef idx="0"/>
          <a:fontRef idx="minor"/>
        </p:style>
      </p:sp>
      <p:sp>
        <p:nvSpPr>
          <p:cNvPr id="382" name="CustomShape 34"/>
          <p:cNvSpPr/>
          <p:nvPr/>
        </p:nvSpPr>
        <p:spPr>
          <a:xfrm>
            <a:off x="6253200" y="5113440"/>
            <a:ext cx="773640" cy="420840"/>
          </a:xfrm>
          <a:prstGeom prst="rect">
            <a:avLst/>
          </a:prstGeom>
          <a:noFill/>
          <a:ln>
            <a:noFill/>
          </a:ln>
        </p:spPr>
        <p:style>
          <a:lnRef idx="0"/>
          <a:fillRef idx="0"/>
          <a:effectRef idx="0"/>
          <a:fontRef idx="minor"/>
        </p:style>
        <p:txBody>
          <a:bodyPr lIns="90000" rIns="90000" tIns="45000" bIns="45000"/>
          <a:p>
            <a:pPr>
              <a:lnSpc>
                <a:spcPct val="100000"/>
              </a:lnSpc>
            </a:pPr>
            <a:r>
              <a:rPr b="1" lang="en-IN" sz="2400" spc="-1" strike="noStrike">
                <a:solidFill>
                  <a:srgbClr val="000000"/>
                </a:solidFill>
                <a:latin typeface="Arial"/>
                <a:ea typeface="DejaVu Sans"/>
              </a:rPr>
              <a:t>for</a:t>
            </a:r>
            <a:endParaRPr b="0" lang="en-IN" sz="2400" spc="-1" strike="noStrike">
              <a:latin typeface="Arial"/>
            </a:endParaRPr>
          </a:p>
        </p:txBody>
      </p:sp>
      <p:sp>
        <p:nvSpPr>
          <p:cNvPr id="383" name="Line 35"/>
          <p:cNvSpPr/>
          <p:nvPr/>
        </p:nvSpPr>
        <p:spPr>
          <a:xfrm>
            <a:off x="5829480" y="5977800"/>
            <a:ext cx="432000" cy="360"/>
          </a:xfrm>
          <a:prstGeom prst="line">
            <a:avLst/>
          </a:prstGeom>
          <a:ln>
            <a:solidFill>
              <a:srgbClr val="000000"/>
            </a:solidFill>
            <a:tailEnd len="med" type="triangle" w="med"/>
          </a:ln>
        </p:spPr>
        <p:style>
          <a:lnRef idx="0"/>
          <a:fillRef idx="0"/>
          <a:effectRef idx="0"/>
          <a:fontRef idx="minor"/>
        </p:style>
      </p:sp>
      <p:sp>
        <p:nvSpPr>
          <p:cNvPr id="384" name="CustomShape 36"/>
          <p:cNvSpPr/>
          <p:nvPr/>
        </p:nvSpPr>
        <p:spPr>
          <a:xfrm>
            <a:off x="6253200" y="5689800"/>
            <a:ext cx="1139400" cy="420840"/>
          </a:xfrm>
          <a:prstGeom prst="rect">
            <a:avLst/>
          </a:prstGeom>
          <a:noFill/>
          <a:ln>
            <a:noFill/>
          </a:ln>
        </p:spPr>
        <p:style>
          <a:lnRef idx="0"/>
          <a:fillRef idx="0"/>
          <a:effectRef idx="0"/>
          <a:fontRef idx="minor"/>
        </p:style>
        <p:txBody>
          <a:bodyPr lIns="90000" rIns="90000" tIns="45000" bIns="45000"/>
          <a:p>
            <a:pPr>
              <a:lnSpc>
                <a:spcPct val="100000"/>
              </a:lnSpc>
            </a:pPr>
            <a:r>
              <a:rPr b="1" lang="en-IN" sz="2400" spc="-1" strike="noStrike">
                <a:solidFill>
                  <a:srgbClr val="000000"/>
                </a:solidFill>
                <a:latin typeface="Arial"/>
                <a:ea typeface="DejaVu Sans"/>
              </a:rPr>
              <a:t>while</a:t>
            </a:r>
            <a:endParaRPr b="0" lang="en-IN" sz="2400" spc="-1" strike="noStrike">
              <a:latin typeface="Arial"/>
            </a:endParaRPr>
          </a:p>
        </p:txBody>
      </p:sp>
      <p:sp>
        <p:nvSpPr>
          <p:cNvPr id="385" name="Line 37"/>
          <p:cNvSpPr/>
          <p:nvPr/>
        </p:nvSpPr>
        <p:spPr>
          <a:xfrm>
            <a:off x="5829480" y="6481800"/>
            <a:ext cx="432000" cy="360"/>
          </a:xfrm>
          <a:prstGeom prst="line">
            <a:avLst/>
          </a:prstGeom>
          <a:ln>
            <a:solidFill>
              <a:srgbClr val="000000"/>
            </a:solidFill>
            <a:tailEnd len="med" type="triangle" w="med"/>
          </a:ln>
        </p:spPr>
        <p:style>
          <a:lnRef idx="0"/>
          <a:fillRef idx="0"/>
          <a:effectRef idx="0"/>
          <a:fontRef idx="minor"/>
        </p:style>
      </p:sp>
      <p:sp>
        <p:nvSpPr>
          <p:cNvPr id="386" name="CustomShape 38"/>
          <p:cNvSpPr/>
          <p:nvPr/>
        </p:nvSpPr>
        <p:spPr>
          <a:xfrm>
            <a:off x="6253200" y="6193800"/>
            <a:ext cx="1779120" cy="420840"/>
          </a:xfrm>
          <a:prstGeom prst="rect">
            <a:avLst/>
          </a:prstGeom>
          <a:noFill/>
          <a:ln>
            <a:noFill/>
          </a:ln>
        </p:spPr>
        <p:style>
          <a:lnRef idx="0"/>
          <a:fillRef idx="0"/>
          <a:effectRef idx="0"/>
          <a:fontRef idx="minor"/>
        </p:style>
        <p:txBody>
          <a:bodyPr lIns="90000" rIns="90000" tIns="45000" bIns="45000"/>
          <a:p>
            <a:pPr>
              <a:lnSpc>
                <a:spcPct val="100000"/>
              </a:lnSpc>
            </a:pPr>
            <a:r>
              <a:rPr b="1" lang="en-IN" sz="2400" spc="-1" strike="noStrike">
                <a:solidFill>
                  <a:srgbClr val="000000"/>
                </a:solidFill>
                <a:latin typeface="Arial"/>
                <a:ea typeface="DejaVu Sans"/>
              </a:rPr>
              <a:t>do-while</a:t>
            </a:r>
            <a:endParaRPr b="0" lang="en-IN" sz="2400" spc="-1" strike="noStrike">
              <a:latin typeface="Arial"/>
            </a:endParaRPr>
          </a:p>
        </p:txBody>
      </p:sp>
      <p:sp>
        <p:nvSpPr>
          <p:cNvPr id="387" name="Line 39"/>
          <p:cNvSpPr/>
          <p:nvPr/>
        </p:nvSpPr>
        <p:spPr>
          <a:xfrm>
            <a:off x="8276400" y="4897440"/>
            <a:ext cx="360" cy="1656720"/>
          </a:xfrm>
          <a:prstGeom prst="line">
            <a:avLst/>
          </a:prstGeom>
          <a:ln>
            <a:solidFill>
              <a:srgbClr val="000000"/>
            </a:solidFill>
          </a:ln>
        </p:spPr>
        <p:style>
          <a:lnRef idx="0"/>
          <a:fillRef idx="0"/>
          <a:effectRef idx="0"/>
          <a:fontRef idx="minor"/>
        </p:style>
      </p:sp>
      <p:sp>
        <p:nvSpPr>
          <p:cNvPr id="388" name="Line 40"/>
          <p:cNvSpPr/>
          <p:nvPr/>
        </p:nvSpPr>
        <p:spPr>
          <a:xfrm>
            <a:off x="8276400" y="5257440"/>
            <a:ext cx="503640" cy="360"/>
          </a:xfrm>
          <a:prstGeom prst="line">
            <a:avLst/>
          </a:prstGeom>
          <a:ln>
            <a:solidFill>
              <a:srgbClr val="000000"/>
            </a:solidFill>
            <a:tailEnd len="med" type="triangle" w="med"/>
          </a:ln>
        </p:spPr>
        <p:style>
          <a:lnRef idx="0"/>
          <a:fillRef idx="0"/>
          <a:effectRef idx="0"/>
          <a:fontRef idx="minor"/>
        </p:style>
      </p:sp>
      <p:sp>
        <p:nvSpPr>
          <p:cNvPr id="389" name="CustomShape 41"/>
          <p:cNvSpPr/>
          <p:nvPr/>
        </p:nvSpPr>
        <p:spPr>
          <a:xfrm>
            <a:off x="8798760" y="5041440"/>
            <a:ext cx="1153080" cy="420840"/>
          </a:xfrm>
          <a:prstGeom prst="rect">
            <a:avLst/>
          </a:prstGeom>
          <a:noFill/>
          <a:ln>
            <a:noFill/>
          </a:ln>
        </p:spPr>
        <p:style>
          <a:lnRef idx="0"/>
          <a:fillRef idx="0"/>
          <a:effectRef idx="0"/>
          <a:fontRef idx="minor"/>
        </p:style>
        <p:txBody>
          <a:bodyPr lIns="90000" rIns="90000" tIns="45000" bIns="45000"/>
          <a:p>
            <a:pPr>
              <a:lnSpc>
                <a:spcPct val="100000"/>
              </a:lnSpc>
            </a:pPr>
            <a:r>
              <a:rPr b="1" lang="en-IN" sz="2400" spc="-1" strike="noStrike">
                <a:solidFill>
                  <a:srgbClr val="000000"/>
                </a:solidFill>
                <a:latin typeface="Arial"/>
                <a:ea typeface="DejaVu Sans"/>
              </a:rPr>
              <a:t>goto</a:t>
            </a:r>
            <a:endParaRPr b="0" lang="en-IN" sz="2400" spc="-1" strike="noStrike">
              <a:latin typeface="Arial"/>
            </a:endParaRPr>
          </a:p>
        </p:txBody>
      </p:sp>
      <p:sp>
        <p:nvSpPr>
          <p:cNvPr id="390" name="Line 42"/>
          <p:cNvSpPr/>
          <p:nvPr/>
        </p:nvSpPr>
        <p:spPr>
          <a:xfrm>
            <a:off x="360" y="0"/>
            <a:ext cx="360" cy="360"/>
          </a:xfrm>
          <a:prstGeom prst="line">
            <a:avLst/>
          </a:prstGeom>
          <a:ln>
            <a:solidFill>
              <a:srgbClr val="3465a4"/>
            </a:solidFill>
            <a:tailEnd len="med" type="triangle" w="med"/>
          </a:ln>
        </p:spPr>
        <p:style>
          <a:lnRef idx="0"/>
          <a:fillRef idx="0"/>
          <a:effectRef idx="0"/>
          <a:fontRef idx="minor"/>
        </p:style>
      </p:sp>
      <p:sp>
        <p:nvSpPr>
          <p:cNvPr id="391" name="Line 43"/>
          <p:cNvSpPr/>
          <p:nvPr/>
        </p:nvSpPr>
        <p:spPr>
          <a:xfrm>
            <a:off x="360" y="0"/>
            <a:ext cx="360" cy="360"/>
          </a:xfrm>
          <a:prstGeom prst="line">
            <a:avLst/>
          </a:prstGeom>
          <a:ln>
            <a:solidFill>
              <a:srgbClr val="3465a4"/>
            </a:solidFill>
            <a:tailEnd len="med" type="triangle" w="med"/>
          </a:ln>
        </p:spPr>
        <p:style>
          <a:lnRef idx="0"/>
          <a:fillRef idx="0"/>
          <a:effectRef idx="0"/>
          <a:fontRef idx="minor"/>
        </p:style>
      </p:sp>
      <p:sp>
        <p:nvSpPr>
          <p:cNvPr id="392" name="Line 44"/>
          <p:cNvSpPr/>
          <p:nvPr/>
        </p:nvSpPr>
        <p:spPr>
          <a:xfrm>
            <a:off x="360" y="0"/>
            <a:ext cx="360" cy="360"/>
          </a:xfrm>
          <a:prstGeom prst="line">
            <a:avLst/>
          </a:prstGeom>
          <a:ln>
            <a:solidFill>
              <a:srgbClr val="3465a4"/>
            </a:solidFill>
            <a:tailEnd len="med" type="triangle" w="med"/>
          </a:ln>
        </p:spPr>
        <p:style>
          <a:lnRef idx="0"/>
          <a:fillRef idx="0"/>
          <a:effectRef idx="0"/>
          <a:fontRef idx="minor"/>
        </p:style>
      </p:sp>
      <p:sp>
        <p:nvSpPr>
          <p:cNvPr id="393" name="Line 45"/>
          <p:cNvSpPr/>
          <p:nvPr/>
        </p:nvSpPr>
        <p:spPr>
          <a:xfrm>
            <a:off x="360" y="0"/>
            <a:ext cx="360" cy="360"/>
          </a:xfrm>
          <a:prstGeom prst="line">
            <a:avLst/>
          </a:prstGeom>
          <a:ln>
            <a:solidFill>
              <a:srgbClr val="3465a4"/>
            </a:solidFill>
            <a:tailEnd len="med" type="triangle" w="med"/>
          </a:ln>
        </p:spPr>
        <p:style>
          <a:lnRef idx="0"/>
          <a:fillRef idx="0"/>
          <a:effectRef idx="0"/>
          <a:fontRef idx="minor"/>
        </p:style>
      </p:sp>
      <p:sp>
        <p:nvSpPr>
          <p:cNvPr id="394" name="Line 46"/>
          <p:cNvSpPr/>
          <p:nvPr/>
        </p:nvSpPr>
        <p:spPr>
          <a:xfrm>
            <a:off x="360" y="0"/>
            <a:ext cx="360" cy="360"/>
          </a:xfrm>
          <a:prstGeom prst="line">
            <a:avLst/>
          </a:prstGeom>
          <a:ln>
            <a:solidFill>
              <a:srgbClr val="3465a4"/>
            </a:solidFill>
            <a:tailEnd len="med" type="triangle" w="med"/>
          </a:ln>
        </p:spPr>
        <p:style>
          <a:lnRef idx="0"/>
          <a:fillRef idx="0"/>
          <a:effectRef idx="0"/>
          <a:fontRef idx="minor"/>
        </p:style>
      </p:sp>
      <p:sp>
        <p:nvSpPr>
          <p:cNvPr id="395" name="Line 47"/>
          <p:cNvSpPr/>
          <p:nvPr/>
        </p:nvSpPr>
        <p:spPr>
          <a:xfrm>
            <a:off x="360" y="0"/>
            <a:ext cx="360" cy="360"/>
          </a:xfrm>
          <a:prstGeom prst="line">
            <a:avLst/>
          </a:prstGeom>
          <a:ln>
            <a:solidFill>
              <a:srgbClr val="3465a4"/>
            </a:solidFill>
            <a:tailEnd len="med" type="triangle" w="med"/>
          </a:ln>
        </p:spPr>
        <p:style>
          <a:lnRef idx="0"/>
          <a:fillRef idx="0"/>
          <a:effectRef idx="0"/>
          <a:fontRef idx="minor"/>
        </p:style>
      </p:sp>
      <p:sp>
        <p:nvSpPr>
          <p:cNvPr id="396" name="Line 48"/>
          <p:cNvSpPr/>
          <p:nvPr/>
        </p:nvSpPr>
        <p:spPr>
          <a:xfrm flipH="1">
            <a:off x="1919160" y="719280"/>
            <a:ext cx="2833560" cy="1729440"/>
          </a:xfrm>
          <a:prstGeom prst="line">
            <a:avLst/>
          </a:prstGeom>
          <a:ln>
            <a:solidFill>
              <a:srgbClr val="3465a4"/>
            </a:solidFill>
          </a:ln>
        </p:spPr>
        <p:style>
          <a:lnRef idx="0"/>
          <a:fillRef idx="0"/>
          <a:effectRef idx="0"/>
          <a:fontRef idx="minor"/>
        </p:style>
      </p:sp>
      <p:sp>
        <p:nvSpPr>
          <p:cNvPr id="397" name="Line 49"/>
          <p:cNvSpPr/>
          <p:nvPr/>
        </p:nvSpPr>
        <p:spPr>
          <a:xfrm>
            <a:off x="4752720" y="719280"/>
            <a:ext cx="3199320" cy="1729440"/>
          </a:xfrm>
          <a:prstGeom prst="line">
            <a:avLst/>
          </a:prstGeom>
          <a:ln>
            <a:solidFill>
              <a:srgbClr val="3465a4"/>
            </a:solidFill>
          </a:ln>
        </p:spPr>
        <p:style>
          <a:lnRef idx="0"/>
          <a:fillRef idx="0"/>
          <a:effectRef idx="0"/>
          <a:fontRef idx="minor"/>
        </p:style>
      </p:sp>
      <p:sp>
        <p:nvSpPr>
          <p:cNvPr id="398" name="Line 50"/>
          <p:cNvSpPr/>
          <p:nvPr/>
        </p:nvSpPr>
        <p:spPr>
          <a:xfrm flipH="1">
            <a:off x="1005120" y="2952000"/>
            <a:ext cx="1005480" cy="1441080"/>
          </a:xfrm>
          <a:prstGeom prst="line">
            <a:avLst/>
          </a:prstGeom>
          <a:ln>
            <a:solidFill>
              <a:srgbClr val="3465a4"/>
            </a:solidFill>
          </a:ln>
        </p:spPr>
        <p:style>
          <a:lnRef idx="0"/>
          <a:fillRef idx="0"/>
          <a:effectRef idx="0"/>
          <a:fontRef idx="minor"/>
        </p:style>
      </p:sp>
      <p:sp>
        <p:nvSpPr>
          <p:cNvPr id="399" name="Line 51"/>
          <p:cNvSpPr/>
          <p:nvPr/>
        </p:nvSpPr>
        <p:spPr>
          <a:xfrm>
            <a:off x="2010600" y="2952000"/>
            <a:ext cx="1371240" cy="1441080"/>
          </a:xfrm>
          <a:prstGeom prst="line">
            <a:avLst/>
          </a:prstGeom>
          <a:ln>
            <a:solidFill>
              <a:srgbClr val="3465a4"/>
            </a:solidFill>
          </a:ln>
        </p:spPr>
        <p:style>
          <a:lnRef idx="0"/>
          <a:fillRef idx="0"/>
          <a:effectRef idx="0"/>
          <a:fontRef idx="minor"/>
        </p:style>
      </p:sp>
      <p:sp>
        <p:nvSpPr>
          <p:cNvPr id="400" name="Line 52"/>
          <p:cNvSpPr/>
          <p:nvPr/>
        </p:nvSpPr>
        <p:spPr>
          <a:xfrm flipH="1">
            <a:off x="6489360" y="2952000"/>
            <a:ext cx="1188360" cy="1441080"/>
          </a:xfrm>
          <a:prstGeom prst="line">
            <a:avLst/>
          </a:prstGeom>
          <a:ln>
            <a:solidFill>
              <a:srgbClr val="3465a4"/>
            </a:solidFill>
          </a:ln>
        </p:spPr>
        <p:style>
          <a:lnRef idx="0"/>
          <a:fillRef idx="0"/>
          <a:effectRef idx="0"/>
          <a:fontRef idx="minor"/>
        </p:style>
      </p:sp>
      <p:sp>
        <p:nvSpPr>
          <p:cNvPr id="401" name="Line 53"/>
          <p:cNvSpPr/>
          <p:nvPr/>
        </p:nvSpPr>
        <p:spPr>
          <a:xfrm>
            <a:off x="7677720" y="2952000"/>
            <a:ext cx="1462320" cy="1441080"/>
          </a:xfrm>
          <a:prstGeom prst="line">
            <a:avLst/>
          </a:prstGeom>
          <a:ln>
            <a:solidFill>
              <a:srgbClr val="3465a4"/>
            </a:solidFill>
          </a:ln>
        </p:spPr>
        <p:style>
          <a:lnRef idx="0"/>
          <a:fillRef idx="0"/>
          <a:effectRef idx="0"/>
          <a:fontRef idx="minor"/>
        </p:style>
      </p:sp>
    </p:spTree>
  </p:cSld>
  <p:timing>
    <p:tnLst>
      <p:par>
        <p:cTn id="7" dur="indefinite" restart="never" nodeType="tmRoot">
          <p:childTnLst>
            <p:seq>
              <p:cTn id="8" dur="indefinite" nodeType="mainSeq"/>
              <p:prevCondLst>
                <p:cond delay="0" evt="onPrev">
                  <p:tgtEl>
                    <p:sldTgt/>
                  </p:tgtEl>
                </p:cond>
              </p:prevCondLst>
              <p:nextCondLst>
                <p:cond delay="0"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CustomShape 1"/>
          <p:cNvSpPr/>
          <p:nvPr/>
        </p:nvSpPr>
        <p:spPr>
          <a:xfrm>
            <a:off x="502920" y="301680"/>
            <a:ext cx="9054000" cy="1249200"/>
          </a:xfrm>
          <a:prstGeom prst="rect">
            <a:avLst/>
          </a:prstGeom>
          <a:noFill/>
          <a:ln>
            <a:noFill/>
          </a:ln>
        </p:spPr>
        <p:style>
          <a:lnRef idx="0"/>
          <a:fillRef idx="0"/>
          <a:effectRef idx="0"/>
          <a:fontRef idx="minor"/>
        </p:style>
        <p:txBody>
          <a:bodyPr lIns="0" rIns="0" tIns="39240" bIns="0" anchor="ctr"/>
          <a:p>
            <a:pPr>
              <a:lnSpc>
                <a:spcPct val="93000"/>
              </a:lnSpc>
            </a:pPr>
            <a:r>
              <a:rPr b="0" lang="en-IN" sz="4400" spc="-1" strike="noStrike">
                <a:solidFill>
                  <a:srgbClr val="ffffff"/>
                </a:solidFill>
                <a:latin typeface="Arial"/>
                <a:ea typeface="Droid Sans Fallback"/>
              </a:rPr>
              <a:t>If condition</a:t>
            </a:r>
            <a:r>
              <a:rPr b="0" lang="en-IN" sz="4400" spc="-1" strike="noStrike">
                <a:solidFill>
                  <a:srgbClr val="ffffff"/>
                </a:solidFill>
                <a:latin typeface="Arial"/>
                <a:ea typeface="Droid Sans Fallback"/>
              </a:rPr>
              <a:t>	</a:t>
            </a:r>
            <a:endParaRPr b="0" lang="en-IN" sz="4400" spc="-1" strike="noStrike">
              <a:latin typeface="Arial"/>
            </a:endParaRPr>
          </a:p>
        </p:txBody>
      </p:sp>
      <p:sp>
        <p:nvSpPr>
          <p:cNvPr id="403" name="CustomShape 2"/>
          <p:cNvSpPr/>
          <p:nvPr/>
        </p:nvSpPr>
        <p:spPr>
          <a:xfrm>
            <a:off x="502920" y="279360"/>
            <a:ext cx="9054000" cy="7353720"/>
          </a:xfrm>
          <a:prstGeom prst="rect">
            <a:avLst/>
          </a:prstGeom>
          <a:noFill/>
          <a:ln>
            <a:noFill/>
          </a:ln>
        </p:spPr>
        <p:style>
          <a:lnRef idx="0"/>
          <a:fillRef idx="0"/>
          <a:effectRef idx="0"/>
          <a:fontRef idx="minor"/>
        </p:style>
        <p:txBody>
          <a:bodyPr lIns="0" rIns="0" tIns="19440" bIns="0" anchor="ctr"/>
          <a:p>
            <a:pPr algn="just">
              <a:lnSpc>
                <a:spcPct val="93000"/>
              </a:lnSpc>
            </a:pPr>
            <a:r>
              <a:rPr b="0" lang="en-IN" sz="2200" spc="-1" strike="noStrike">
                <a:solidFill>
                  <a:srgbClr val="000000"/>
                </a:solidFill>
                <a:latin typeface="Arial"/>
                <a:ea typeface="Droid Sans Fallback"/>
              </a:rPr>
              <a:t>Flow chart :</a:t>
            </a: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p:txBody>
      </p:sp>
      <p:pic>
        <p:nvPicPr>
          <p:cNvPr id="404" name="" descr=""/>
          <p:cNvPicPr/>
          <p:nvPr/>
        </p:nvPicPr>
        <p:blipFill>
          <a:blip r:embed="rId1"/>
          <a:stretch/>
        </p:blipFill>
        <p:spPr>
          <a:xfrm>
            <a:off x="3564720" y="1280520"/>
            <a:ext cx="4124880" cy="5579640"/>
          </a:xfrm>
          <a:prstGeom prst="rect">
            <a:avLst/>
          </a:prstGeom>
          <a:ln>
            <a:noFill/>
          </a:ln>
        </p:spPr>
      </p:pic>
      <p:sp>
        <p:nvSpPr>
          <p:cNvPr id="405" name="CustomShape 3"/>
          <p:cNvSpPr/>
          <p:nvPr/>
        </p:nvSpPr>
        <p:spPr>
          <a:xfrm>
            <a:off x="7776000" y="1368000"/>
            <a:ext cx="2518200" cy="3260880"/>
          </a:xfrm>
          <a:prstGeom prst="rect">
            <a:avLst/>
          </a:prstGeom>
          <a:noFill/>
          <a:ln>
            <a:noFill/>
          </a:ln>
        </p:spPr>
        <p:style>
          <a:lnRef idx="0"/>
          <a:fillRef idx="0"/>
          <a:effectRef idx="0"/>
          <a:fontRef idx="minor"/>
        </p:style>
        <p:txBody>
          <a:bodyPr lIns="90000" rIns="90000" tIns="45000" bIns="45000"/>
          <a:p>
            <a:pPr>
              <a:lnSpc>
                <a:spcPct val="100000"/>
              </a:lnSpc>
            </a:pPr>
            <a:r>
              <a:rPr b="1" lang="en-IN" sz="2800" spc="-1" strike="noStrike">
                <a:solidFill>
                  <a:srgbClr val="ff3333"/>
                </a:solidFill>
                <a:latin typeface="Arial"/>
                <a:ea typeface="DejaVu Sans"/>
              </a:rPr>
              <a:t>Syntax :</a:t>
            </a:r>
            <a:endParaRPr b="0" lang="en-IN" sz="2800" spc="-1" strike="noStrike">
              <a:latin typeface="Arial"/>
            </a:endParaRPr>
          </a:p>
          <a:p>
            <a:pPr>
              <a:lnSpc>
                <a:spcPct val="100000"/>
              </a:lnSpc>
            </a:pPr>
            <a:r>
              <a:rPr b="0" lang="en-IN" sz="2800" spc="-1" strike="noStrike">
                <a:solidFill>
                  <a:srgbClr val="000000"/>
                </a:solidFill>
                <a:latin typeface="Arial"/>
                <a:ea typeface="DejaVu Sans"/>
              </a:rPr>
              <a:t>if(condition)</a:t>
            </a:r>
            <a:endParaRPr b="0" lang="en-IN" sz="2800" spc="-1" strike="noStrike">
              <a:latin typeface="Arial"/>
            </a:endParaRPr>
          </a:p>
          <a:p>
            <a:pPr>
              <a:lnSpc>
                <a:spcPct val="100000"/>
              </a:lnSpc>
            </a:pPr>
            <a:r>
              <a:rPr b="0" lang="en-IN" sz="2800" spc="-1" strike="noStrike">
                <a:solidFill>
                  <a:srgbClr val="000000"/>
                </a:solidFill>
                <a:latin typeface="Arial"/>
                <a:ea typeface="DejaVu Sans"/>
              </a:rPr>
              <a:t>{</a:t>
            </a:r>
            <a:endParaRPr b="0" lang="en-IN" sz="2800" spc="-1" strike="noStrike">
              <a:latin typeface="Arial"/>
            </a:endParaRPr>
          </a:p>
          <a:p>
            <a:pPr>
              <a:lnSpc>
                <a:spcPct val="100000"/>
              </a:lnSpc>
            </a:pPr>
            <a:r>
              <a:rPr b="0" lang="en-IN" sz="2800" spc="-1" strike="noStrike">
                <a:solidFill>
                  <a:srgbClr val="000000"/>
                </a:solidFill>
                <a:latin typeface="Arial"/>
                <a:ea typeface="DejaVu Sans"/>
              </a:rPr>
              <a:t>	</a:t>
            </a:r>
            <a:r>
              <a:rPr b="0" lang="en-IN" sz="2800" spc="-1" strike="noStrike">
                <a:solidFill>
                  <a:srgbClr val="000000"/>
                </a:solidFill>
                <a:latin typeface="Arial"/>
                <a:ea typeface="DejaVu Sans"/>
              </a:rPr>
              <a:t>.......</a:t>
            </a:r>
            <a:r>
              <a:rPr b="0" lang="en-IN" sz="2800" spc="-1" strike="noStrike">
                <a:solidFill>
                  <a:srgbClr val="000000"/>
                </a:solidFill>
                <a:latin typeface="Arial"/>
                <a:ea typeface="DejaVu Sans"/>
              </a:rPr>
              <a:t>	</a:t>
            </a:r>
            <a:endParaRPr b="0" lang="en-IN" sz="2800" spc="-1" strike="noStrike">
              <a:latin typeface="Arial"/>
            </a:endParaRPr>
          </a:p>
          <a:p>
            <a:pPr>
              <a:lnSpc>
                <a:spcPct val="100000"/>
              </a:lnSpc>
            </a:pPr>
            <a:r>
              <a:rPr b="0" lang="en-IN" sz="2800" spc="-1" strike="noStrike">
                <a:solidFill>
                  <a:srgbClr val="000000"/>
                </a:solidFill>
                <a:latin typeface="Arial"/>
                <a:ea typeface="DejaVu Sans"/>
              </a:rPr>
              <a:t>	</a:t>
            </a:r>
            <a:r>
              <a:rPr b="0" lang="en-IN" sz="2800" spc="-1" strike="noStrike">
                <a:solidFill>
                  <a:srgbClr val="000000"/>
                </a:solidFill>
                <a:latin typeface="Arial"/>
                <a:ea typeface="DejaVu Sans"/>
              </a:rPr>
              <a:t>.......</a:t>
            </a:r>
            <a:endParaRPr b="0" lang="en-IN" sz="2800" spc="-1" strike="noStrike">
              <a:latin typeface="Arial"/>
            </a:endParaRPr>
          </a:p>
          <a:p>
            <a:pPr>
              <a:lnSpc>
                <a:spcPct val="100000"/>
              </a:lnSpc>
            </a:pPr>
            <a:r>
              <a:rPr b="0" lang="en-IN" sz="2800" spc="-1" strike="noStrike">
                <a:solidFill>
                  <a:srgbClr val="000000"/>
                </a:solidFill>
                <a:latin typeface="Arial"/>
                <a:ea typeface="DejaVu Sans"/>
              </a:rPr>
              <a:t>	</a:t>
            </a:r>
            <a:r>
              <a:rPr b="0" lang="en-IN" sz="2800" spc="-1" strike="noStrike">
                <a:solidFill>
                  <a:srgbClr val="000000"/>
                </a:solidFill>
                <a:latin typeface="Arial"/>
                <a:ea typeface="DejaVu Sans"/>
              </a:rPr>
              <a:t>.......</a:t>
            </a:r>
            <a:endParaRPr b="0" lang="en-IN" sz="2800" spc="-1" strike="noStrike">
              <a:latin typeface="Arial"/>
            </a:endParaRPr>
          </a:p>
          <a:p>
            <a:pPr>
              <a:lnSpc>
                <a:spcPct val="100000"/>
              </a:lnSpc>
            </a:pPr>
            <a:r>
              <a:rPr b="0" lang="en-IN" sz="2800" spc="-1" strike="noStrike">
                <a:solidFill>
                  <a:srgbClr val="000000"/>
                </a:solidFill>
                <a:latin typeface="Arial"/>
                <a:ea typeface="DejaVu Sans"/>
              </a:rPr>
              <a:t>}</a:t>
            </a:r>
            <a:endParaRPr b="0" lang="en-IN" sz="2800" spc="-1" strike="noStrike">
              <a:latin typeface="Arial"/>
            </a:endParaRPr>
          </a:p>
        </p:txBody>
      </p:sp>
      <p:sp>
        <p:nvSpPr>
          <p:cNvPr id="406" name="CustomShape 4"/>
          <p:cNvSpPr/>
          <p:nvPr/>
        </p:nvSpPr>
        <p:spPr>
          <a:xfrm>
            <a:off x="101520" y="2243160"/>
            <a:ext cx="3360600" cy="4240440"/>
          </a:xfrm>
          <a:prstGeom prst="rect">
            <a:avLst/>
          </a:prstGeom>
          <a:noFill/>
          <a:ln>
            <a:noFill/>
          </a:ln>
        </p:spPr>
        <p:style>
          <a:lnRef idx="0"/>
          <a:fillRef idx="0"/>
          <a:effectRef idx="0"/>
          <a:fontRef idx="minor"/>
        </p:style>
        <p:txBody>
          <a:bodyPr lIns="90000" rIns="90000" tIns="45000" bIns="45000"/>
          <a:p>
            <a:pPr>
              <a:lnSpc>
                <a:spcPct val="100000"/>
              </a:lnSpc>
            </a:pPr>
            <a:r>
              <a:rPr b="1" lang="en-IN" sz="2400" spc="-1" strike="noStrike">
                <a:solidFill>
                  <a:srgbClr val="ff3333"/>
                </a:solidFill>
                <a:latin typeface="Arial"/>
                <a:ea typeface="DejaVu Sans"/>
              </a:rPr>
              <a:t>Note : </a:t>
            </a:r>
            <a:r>
              <a:rPr b="0" lang="en-IN" sz="2400" spc="-1" strike="noStrike">
                <a:solidFill>
                  <a:srgbClr val="000000"/>
                </a:solidFill>
                <a:latin typeface="Arial"/>
                <a:ea typeface="DejaVu Sans"/>
              </a:rPr>
              <a:t>if condition is true, then it will treat  that condition value</a:t>
            </a:r>
            <a:endParaRPr b="0" lang="en-IN" sz="2400" spc="-1" strike="noStrike">
              <a:latin typeface="Arial"/>
            </a:endParaRPr>
          </a:p>
          <a:p>
            <a:pPr>
              <a:lnSpc>
                <a:spcPct val="100000"/>
              </a:lnSpc>
            </a:pPr>
            <a:r>
              <a:rPr b="0" lang="en-IN" sz="2400" spc="-1" strike="noStrike">
                <a:solidFill>
                  <a:srgbClr val="000000"/>
                </a:solidFill>
                <a:latin typeface="Arial"/>
                <a:ea typeface="DejaVu Sans"/>
              </a:rPr>
              <a:t>as 1 and execute the statement.</a:t>
            </a:r>
            <a:endParaRPr b="0" lang="en-IN" sz="2400" spc="-1" strike="noStrike">
              <a:latin typeface="Arial"/>
            </a:endParaRPr>
          </a:p>
          <a:p>
            <a:pPr>
              <a:lnSpc>
                <a:spcPct val="100000"/>
              </a:lnSpc>
            </a:pPr>
            <a:r>
              <a:rPr b="0" lang="en-IN" sz="2400" spc="-1" strike="noStrike">
                <a:solidFill>
                  <a:srgbClr val="000000"/>
                </a:solidFill>
                <a:latin typeface="Arial"/>
                <a:ea typeface="DejaVu Sans"/>
              </a:rPr>
              <a:t>But if condition is false,</a:t>
            </a:r>
            <a:endParaRPr b="0" lang="en-IN" sz="2400" spc="-1" strike="noStrike">
              <a:latin typeface="Arial"/>
            </a:endParaRPr>
          </a:p>
          <a:p>
            <a:pPr>
              <a:lnSpc>
                <a:spcPct val="100000"/>
              </a:lnSpc>
            </a:pPr>
            <a:r>
              <a:rPr b="0" lang="en-IN" sz="2400" spc="-1" strike="noStrike">
                <a:solidFill>
                  <a:srgbClr val="000000"/>
                </a:solidFill>
                <a:latin typeface="Arial"/>
                <a:ea typeface="DejaVu Sans"/>
              </a:rPr>
              <a:t>then it will treat that value as 0 and will not execute the statements. </a:t>
            </a:r>
            <a:endParaRPr b="0" lang="en-IN" sz="2400" spc="-1" strike="noStrike">
              <a:latin typeface="Arial"/>
            </a:endParaRPr>
          </a:p>
        </p:txBody>
      </p:sp>
    </p:spTree>
  </p:cSld>
  <p:timing>
    <p:tnLst>
      <p:par>
        <p:cTn id="9" dur="indefinite" restart="never" nodeType="tmRoot">
          <p:childTnLst>
            <p:seq>
              <p:cTn id="10" dur="indefinite" nodeType="mainSeq"/>
              <p:prevCondLst>
                <p:cond delay="0" evt="onPrev">
                  <p:tgtEl>
                    <p:sldTgt/>
                  </p:tgtEl>
                </p:cond>
              </p:prevCondLst>
              <p:nextCondLst>
                <p:cond delay="0"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CustomShape 1"/>
          <p:cNvSpPr/>
          <p:nvPr/>
        </p:nvSpPr>
        <p:spPr>
          <a:xfrm>
            <a:off x="502920" y="301680"/>
            <a:ext cx="9054000" cy="1249200"/>
          </a:xfrm>
          <a:prstGeom prst="rect">
            <a:avLst/>
          </a:prstGeom>
          <a:noFill/>
          <a:ln>
            <a:noFill/>
          </a:ln>
        </p:spPr>
        <p:style>
          <a:lnRef idx="0"/>
          <a:fillRef idx="0"/>
          <a:effectRef idx="0"/>
          <a:fontRef idx="minor"/>
        </p:style>
        <p:txBody>
          <a:bodyPr lIns="0" rIns="0" tIns="39240" bIns="0" anchor="ctr"/>
          <a:p>
            <a:pPr>
              <a:lnSpc>
                <a:spcPct val="93000"/>
              </a:lnSpc>
            </a:pPr>
            <a:r>
              <a:rPr b="0" lang="en-IN" sz="4400" spc="-1" strike="noStrike">
                <a:solidFill>
                  <a:srgbClr val="ffffff"/>
                </a:solidFill>
                <a:latin typeface="Arial"/>
                <a:ea typeface="Droid Sans Fallback"/>
              </a:rPr>
              <a:t>If condition</a:t>
            </a:r>
            <a:r>
              <a:rPr b="0" lang="en-IN" sz="4400" spc="-1" strike="noStrike">
                <a:solidFill>
                  <a:srgbClr val="ffffff"/>
                </a:solidFill>
                <a:latin typeface="Arial"/>
                <a:ea typeface="Droid Sans Fallback"/>
              </a:rPr>
              <a:t>	</a:t>
            </a:r>
            <a:endParaRPr b="0" lang="en-IN" sz="4400" spc="-1" strike="noStrike">
              <a:latin typeface="Arial"/>
            </a:endParaRPr>
          </a:p>
        </p:txBody>
      </p:sp>
      <p:sp>
        <p:nvSpPr>
          <p:cNvPr id="408" name="CustomShape 2"/>
          <p:cNvSpPr/>
          <p:nvPr/>
        </p:nvSpPr>
        <p:spPr>
          <a:xfrm>
            <a:off x="502920" y="279360"/>
            <a:ext cx="9054000" cy="7353720"/>
          </a:xfrm>
          <a:prstGeom prst="rect">
            <a:avLst/>
          </a:prstGeom>
          <a:noFill/>
          <a:ln>
            <a:noFill/>
          </a:ln>
        </p:spPr>
        <p:style>
          <a:lnRef idx="0"/>
          <a:fillRef idx="0"/>
          <a:effectRef idx="0"/>
          <a:fontRef idx="minor"/>
        </p:style>
        <p:txBody>
          <a:bodyPr lIns="0" rIns="0" tIns="19440" bIns="0" anchor="ctr"/>
          <a:p>
            <a:pPr algn="just">
              <a:lnSpc>
                <a:spcPct val="93000"/>
              </a:lnSpc>
            </a:pPr>
            <a:r>
              <a:rPr b="1" lang="en-IN" sz="2200" spc="-1" strike="noStrike">
                <a:solidFill>
                  <a:srgbClr val="ce181e"/>
                </a:solidFill>
                <a:latin typeface="Arial"/>
                <a:ea typeface="Droid Sans Fallback"/>
              </a:rPr>
              <a:t>Example :</a:t>
            </a: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p:txBody>
      </p:sp>
      <p:sp>
        <p:nvSpPr>
          <p:cNvPr id="409" name="CustomShape 3"/>
          <p:cNvSpPr/>
          <p:nvPr/>
        </p:nvSpPr>
        <p:spPr>
          <a:xfrm>
            <a:off x="2066400" y="1080000"/>
            <a:ext cx="6858000" cy="4925520"/>
          </a:xfrm>
          <a:prstGeom prst="rect">
            <a:avLst/>
          </a:prstGeom>
          <a:noFill/>
          <a:ln>
            <a:noFill/>
          </a:ln>
        </p:spPr>
        <p:style>
          <a:lnRef idx="0"/>
          <a:fillRef idx="0"/>
          <a:effectRef idx="0"/>
          <a:fontRef idx="minor"/>
        </p:style>
        <p:txBody>
          <a:bodyPr lIns="90000" rIns="90000" tIns="64440" bIns="45000"/>
          <a:p>
            <a:pPr>
              <a:lnSpc>
                <a:spcPct val="93000"/>
              </a:lnSpc>
            </a:pPr>
            <a:endParaRPr b="0" lang="en-IN" sz="1800" spc="-1" strike="noStrike">
              <a:latin typeface="Arial"/>
            </a:endParaRPr>
          </a:p>
          <a:p>
            <a:pPr>
              <a:lnSpc>
                <a:spcPct val="93000"/>
              </a:lnSpc>
            </a:pPr>
            <a:r>
              <a:rPr b="0" lang="en-IN" sz="2600" spc="-1" strike="noStrike">
                <a:solidFill>
                  <a:srgbClr val="000000"/>
                </a:solidFill>
                <a:latin typeface="Times New Roman"/>
                <a:ea typeface="DejaVu Sans"/>
              </a:rPr>
              <a:t>#include&lt;stdio.h&gt;</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int main()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int i = 10;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if (i &gt; 15)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printf("i is greater than 15\n");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printf("I am Not in if\n");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endParaRPr b="0" lang="en-IN" sz="2600" spc="-1" strike="noStrike">
              <a:latin typeface="Arial"/>
            </a:endParaRPr>
          </a:p>
          <a:p>
            <a:pPr>
              <a:lnSpc>
                <a:spcPct val="94000"/>
              </a:lnSpc>
            </a:pPr>
            <a:r>
              <a:rPr b="1" lang="en-IN" sz="2600" spc="-1" strike="noStrike">
                <a:solidFill>
                  <a:srgbClr val="ce181e"/>
                </a:solidFill>
                <a:latin typeface="Times New Roman"/>
                <a:ea typeface="Courier New"/>
              </a:rPr>
              <a:t>Output :</a:t>
            </a:r>
            <a:endParaRPr b="0" lang="en-IN" sz="2600" spc="-1" strike="noStrike">
              <a:latin typeface="Arial"/>
            </a:endParaRPr>
          </a:p>
          <a:p>
            <a:pPr>
              <a:lnSpc>
                <a:spcPct val="94000"/>
              </a:lnSpc>
            </a:pPr>
            <a:r>
              <a:rPr b="0" lang="en-IN" sz="2600" spc="-1" strike="noStrike">
                <a:solidFill>
                  <a:srgbClr val="000000"/>
                </a:solidFill>
                <a:latin typeface="Times New Roman"/>
                <a:ea typeface="Courier New"/>
              </a:rPr>
              <a:t>I am Not in if</a:t>
            </a:r>
            <a:endParaRPr b="0" lang="en-IN" sz="2600" spc="-1" strike="noStrike">
              <a:latin typeface="Arial"/>
            </a:endParaRPr>
          </a:p>
        </p:txBody>
      </p:sp>
    </p:spTree>
  </p:cSld>
  <p:timing>
    <p:tnLst>
      <p:par>
        <p:cTn id="11" dur="indefinite" restart="never" nodeType="tmRoot">
          <p:childTnLst>
            <p:seq>
              <p:cTn id="12" dur="indefinite" nodeType="mainSeq"/>
              <p:prevCondLst>
                <p:cond delay="0" evt="onPrev">
                  <p:tgtEl>
                    <p:sldTgt/>
                  </p:tgtEl>
                </p:cond>
              </p:prevCondLst>
              <p:nextCondLst>
                <p:cond delay="0"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CustomShape 1"/>
          <p:cNvSpPr/>
          <p:nvPr/>
        </p:nvSpPr>
        <p:spPr>
          <a:xfrm>
            <a:off x="502920" y="301680"/>
            <a:ext cx="9054000" cy="1249200"/>
          </a:xfrm>
          <a:prstGeom prst="rect">
            <a:avLst/>
          </a:prstGeom>
          <a:noFill/>
          <a:ln>
            <a:noFill/>
          </a:ln>
        </p:spPr>
        <p:style>
          <a:lnRef idx="0"/>
          <a:fillRef idx="0"/>
          <a:effectRef idx="0"/>
          <a:fontRef idx="minor"/>
        </p:style>
        <p:txBody>
          <a:bodyPr lIns="0" rIns="0" tIns="39240" bIns="0" anchor="ctr"/>
          <a:p>
            <a:pPr>
              <a:lnSpc>
                <a:spcPct val="93000"/>
              </a:lnSpc>
            </a:pPr>
            <a:r>
              <a:rPr b="0" lang="en-IN" sz="4400" spc="-1" strike="noStrike">
                <a:solidFill>
                  <a:srgbClr val="ffffff"/>
                </a:solidFill>
                <a:latin typeface="Arial"/>
                <a:ea typeface="Droid Sans Fallback"/>
              </a:rPr>
              <a:t>If-else condition</a:t>
            </a:r>
            <a:r>
              <a:rPr b="0" lang="en-IN" sz="4400" spc="-1" strike="noStrike">
                <a:solidFill>
                  <a:srgbClr val="000000"/>
                </a:solidFill>
                <a:latin typeface="Arial"/>
                <a:ea typeface="Droid Sans Fallback"/>
              </a:rPr>
              <a:t>	</a:t>
            </a:r>
            <a:endParaRPr b="0" lang="en-IN" sz="4400" spc="-1" strike="noStrike">
              <a:latin typeface="Arial"/>
            </a:endParaRPr>
          </a:p>
        </p:txBody>
      </p:sp>
      <p:sp>
        <p:nvSpPr>
          <p:cNvPr id="411" name="CustomShape 2"/>
          <p:cNvSpPr/>
          <p:nvPr/>
        </p:nvSpPr>
        <p:spPr>
          <a:xfrm>
            <a:off x="502920" y="1554480"/>
            <a:ext cx="9054000" cy="5065920"/>
          </a:xfrm>
          <a:prstGeom prst="rect">
            <a:avLst/>
          </a:prstGeom>
          <a:noFill/>
          <a:ln>
            <a:noFill/>
          </a:ln>
        </p:spPr>
        <p:style>
          <a:lnRef idx="0"/>
          <a:fillRef idx="0"/>
          <a:effectRef idx="0"/>
          <a:fontRef idx="minor"/>
        </p:style>
        <p:txBody>
          <a:bodyPr lIns="0" rIns="0" tIns="19440" bIns="0" anchor="ctr"/>
          <a:p>
            <a:pPr>
              <a:lnSpc>
                <a:spcPct val="100000"/>
              </a:lnSpc>
            </a:pP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r>
              <a:rPr b="1" lang="en-IN" sz="2200" spc="-1" strike="noStrike">
                <a:solidFill>
                  <a:srgbClr val="ce181e"/>
                </a:solidFill>
                <a:latin typeface="Arial"/>
                <a:ea typeface="Droid Sans Fallback"/>
              </a:rPr>
              <a:t>Syntax :</a:t>
            </a: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if(test_expression)</a:t>
            </a: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a:t>
            </a: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//execute your code</a:t>
            </a: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a:t>
            </a: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else</a:t>
            </a: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a:t>
            </a: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//execute your code</a:t>
            </a: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r>
              <a:rPr b="1" lang="en-IN" sz="2200" spc="-1" strike="noStrike">
                <a:solidFill>
                  <a:srgbClr val="ce181e"/>
                </a:solidFill>
                <a:latin typeface="Arial"/>
                <a:ea typeface="Droid Sans Fallback"/>
              </a:rPr>
              <a:t>Description :</a:t>
            </a: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If-else statements in C is also used to control the program flow based on some condition, only the difference is, it is used to execute some statement code block if the expression is evaluated to true, otherwise executes else statement code block.</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p:txBody>
      </p:sp>
    </p:spTree>
  </p:cSld>
  <p:timing>
    <p:tnLst>
      <p:par>
        <p:cTn id="13" dur="indefinite" restart="never" nodeType="tmRoot">
          <p:childTnLst>
            <p:seq>
              <p:cTn id="14" dur="indefinite" nodeType="mainSeq"/>
              <p:prevCondLst>
                <p:cond delay="0" evt="onPrev">
                  <p:tgtEl>
                    <p:sldTgt/>
                  </p:tgtEl>
                </p:cond>
              </p:prevCondLst>
              <p:nextCondLst>
                <p:cond delay="0"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CustomShape 1"/>
          <p:cNvSpPr/>
          <p:nvPr/>
        </p:nvSpPr>
        <p:spPr>
          <a:xfrm>
            <a:off x="502920" y="279360"/>
            <a:ext cx="9054000" cy="1249200"/>
          </a:xfrm>
          <a:prstGeom prst="rect">
            <a:avLst/>
          </a:prstGeom>
          <a:noFill/>
          <a:ln>
            <a:noFill/>
          </a:ln>
        </p:spPr>
        <p:style>
          <a:lnRef idx="0"/>
          <a:fillRef idx="0"/>
          <a:effectRef idx="0"/>
          <a:fontRef idx="minor"/>
        </p:style>
        <p:txBody>
          <a:bodyPr lIns="0" rIns="0" tIns="39240" bIns="0" anchor="ctr"/>
          <a:p>
            <a:pPr>
              <a:lnSpc>
                <a:spcPct val="93000"/>
              </a:lnSpc>
            </a:pPr>
            <a:r>
              <a:rPr b="0" lang="en-IN" sz="4400" spc="-1" strike="noStrike">
                <a:solidFill>
                  <a:srgbClr val="ffffff"/>
                </a:solidFill>
                <a:latin typeface="Arial"/>
                <a:ea typeface="Droid Sans Fallback"/>
              </a:rPr>
              <a:t>If-else condition</a:t>
            </a:r>
            <a:r>
              <a:rPr b="0" lang="en-IN" sz="4400" spc="-1" strike="noStrike">
                <a:solidFill>
                  <a:srgbClr val="000000"/>
                </a:solidFill>
                <a:latin typeface="Arial"/>
                <a:ea typeface="Droid Sans Fallback"/>
              </a:rPr>
              <a:t>	</a:t>
            </a:r>
            <a:endParaRPr b="0" lang="en-IN" sz="4400" spc="-1" strike="noStrike">
              <a:latin typeface="Arial"/>
            </a:endParaRPr>
          </a:p>
        </p:txBody>
      </p:sp>
      <p:sp>
        <p:nvSpPr>
          <p:cNvPr id="413" name="CustomShape 2"/>
          <p:cNvSpPr/>
          <p:nvPr/>
        </p:nvSpPr>
        <p:spPr>
          <a:xfrm>
            <a:off x="502920" y="279360"/>
            <a:ext cx="9054000" cy="7353720"/>
          </a:xfrm>
          <a:prstGeom prst="rect">
            <a:avLst/>
          </a:prstGeom>
          <a:noFill/>
          <a:ln>
            <a:noFill/>
          </a:ln>
        </p:spPr>
        <p:style>
          <a:lnRef idx="0"/>
          <a:fillRef idx="0"/>
          <a:effectRef idx="0"/>
          <a:fontRef idx="minor"/>
        </p:style>
        <p:txBody>
          <a:bodyPr lIns="0" rIns="0" tIns="19440" bIns="0" anchor="ctr"/>
          <a:p>
            <a:pPr algn="just">
              <a:lnSpc>
                <a:spcPct val="93000"/>
              </a:lnSpc>
            </a:pPr>
            <a:r>
              <a:rPr b="1" lang="en-IN" sz="2200" spc="-1" strike="noStrike">
                <a:solidFill>
                  <a:srgbClr val="ce181e"/>
                </a:solidFill>
                <a:latin typeface="Arial"/>
                <a:ea typeface="Droid Sans Fallback"/>
              </a:rPr>
              <a:t>Flow chart :</a:t>
            </a: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p:txBody>
      </p:sp>
      <p:pic>
        <p:nvPicPr>
          <p:cNvPr id="414" name="" descr=""/>
          <p:cNvPicPr/>
          <p:nvPr/>
        </p:nvPicPr>
        <p:blipFill>
          <a:blip r:embed="rId1"/>
          <a:stretch/>
        </p:blipFill>
        <p:spPr>
          <a:xfrm>
            <a:off x="3024000" y="1532160"/>
            <a:ext cx="4660200" cy="5324400"/>
          </a:xfrm>
          <a:prstGeom prst="rect">
            <a:avLst/>
          </a:prstGeom>
          <a:ln>
            <a:noFill/>
          </a:ln>
        </p:spPr>
      </p:pic>
    </p:spTree>
  </p:cSld>
  <p:timing>
    <p:tnLst>
      <p:par>
        <p:cTn id="15" dur="indefinite" restart="never" nodeType="tmRoot">
          <p:childTnLst>
            <p:seq>
              <p:cTn id="16" dur="indefinite" nodeType="mainSeq"/>
              <p:prevCondLst>
                <p:cond delay="0" evt="onPrev">
                  <p:tgtEl>
                    <p:sldTgt/>
                  </p:tgtEl>
                </p:cond>
              </p:prevCondLst>
              <p:nextCondLst>
                <p:cond delay="0"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CustomShape 1"/>
          <p:cNvSpPr/>
          <p:nvPr/>
        </p:nvSpPr>
        <p:spPr>
          <a:xfrm>
            <a:off x="502920" y="301680"/>
            <a:ext cx="9054000" cy="1249200"/>
          </a:xfrm>
          <a:prstGeom prst="rect">
            <a:avLst/>
          </a:prstGeom>
          <a:noFill/>
          <a:ln>
            <a:noFill/>
          </a:ln>
        </p:spPr>
        <p:style>
          <a:lnRef idx="0"/>
          <a:fillRef idx="0"/>
          <a:effectRef idx="0"/>
          <a:fontRef idx="minor"/>
        </p:style>
        <p:txBody>
          <a:bodyPr lIns="0" rIns="0" tIns="39240" bIns="0" anchor="ctr"/>
          <a:p>
            <a:pPr>
              <a:lnSpc>
                <a:spcPct val="93000"/>
              </a:lnSpc>
            </a:pPr>
            <a:r>
              <a:rPr b="0" lang="en-IN" sz="4400" spc="-1" strike="noStrike">
                <a:solidFill>
                  <a:srgbClr val="ffffff"/>
                </a:solidFill>
                <a:latin typeface="Arial"/>
                <a:ea typeface="Droid Sans Fallback"/>
              </a:rPr>
              <a:t>If-else condition</a:t>
            </a:r>
            <a:r>
              <a:rPr b="0" lang="en-IN" sz="4400" spc="-1" strike="noStrike">
                <a:solidFill>
                  <a:srgbClr val="000000"/>
                </a:solidFill>
                <a:latin typeface="Arial"/>
                <a:ea typeface="Droid Sans Fallback"/>
              </a:rPr>
              <a:t>	</a:t>
            </a:r>
            <a:endParaRPr b="0" lang="en-IN" sz="4400" spc="-1" strike="noStrike">
              <a:latin typeface="Arial"/>
            </a:endParaRPr>
          </a:p>
        </p:txBody>
      </p:sp>
      <p:sp>
        <p:nvSpPr>
          <p:cNvPr id="416" name="CustomShape 2"/>
          <p:cNvSpPr/>
          <p:nvPr/>
        </p:nvSpPr>
        <p:spPr>
          <a:xfrm>
            <a:off x="502920" y="279360"/>
            <a:ext cx="9054000" cy="7353720"/>
          </a:xfrm>
          <a:prstGeom prst="rect">
            <a:avLst/>
          </a:prstGeom>
          <a:noFill/>
          <a:ln>
            <a:noFill/>
          </a:ln>
        </p:spPr>
        <p:style>
          <a:lnRef idx="0"/>
          <a:fillRef idx="0"/>
          <a:effectRef idx="0"/>
          <a:fontRef idx="minor"/>
        </p:style>
        <p:txBody>
          <a:bodyPr lIns="0" rIns="0" tIns="19440" bIns="0" anchor="ctr"/>
          <a:p>
            <a:pPr algn="just">
              <a:lnSpc>
                <a:spcPct val="93000"/>
              </a:lnSpc>
            </a:pPr>
            <a:r>
              <a:rPr b="1" lang="en-IN" sz="2200" spc="-1" strike="noStrike">
                <a:solidFill>
                  <a:srgbClr val="ce181e"/>
                </a:solidFill>
                <a:latin typeface="Arial"/>
                <a:ea typeface="Droid Sans Fallback"/>
              </a:rPr>
              <a:t>Example :</a:t>
            </a: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p:txBody>
      </p:sp>
      <p:sp>
        <p:nvSpPr>
          <p:cNvPr id="417" name="CustomShape 3"/>
          <p:cNvSpPr/>
          <p:nvPr/>
        </p:nvSpPr>
        <p:spPr>
          <a:xfrm>
            <a:off x="2010240" y="1296000"/>
            <a:ext cx="6858000" cy="5366520"/>
          </a:xfrm>
          <a:prstGeom prst="rect">
            <a:avLst/>
          </a:prstGeom>
          <a:noFill/>
          <a:ln>
            <a:noFill/>
          </a:ln>
        </p:spPr>
        <p:style>
          <a:lnRef idx="0"/>
          <a:fillRef idx="0"/>
          <a:effectRef idx="0"/>
          <a:fontRef idx="minor"/>
        </p:style>
        <p:txBody>
          <a:bodyPr lIns="90000" rIns="90000" tIns="64440" bIns="45000"/>
          <a:p>
            <a:pPr>
              <a:lnSpc>
                <a:spcPct val="93000"/>
              </a:lnSpc>
            </a:pPr>
            <a:endParaRPr b="0" lang="en-IN" sz="1800" spc="-1" strike="noStrike">
              <a:latin typeface="Arial"/>
            </a:endParaRPr>
          </a:p>
          <a:p>
            <a:pPr>
              <a:lnSpc>
                <a:spcPct val="93000"/>
              </a:lnSpc>
            </a:pPr>
            <a:r>
              <a:rPr b="0" lang="en-IN" sz="2600" spc="-1" strike="noStrike">
                <a:solidFill>
                  <a:srgbClr val="000000"/>
                </a:solidFill>
                <a:latin typeface="Times New Roman"/>
                <a:ea typeface="Courier New"/>
              </a:rPr>
              <a:t>#include&lt;stdio.h&gt;</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int main()</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int i = 20;</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if (i &lt; 15)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printf("i is smaller than 15\n");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else</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printf("i is greater than 15\n");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return 0;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endParaRPr b="0" lang="en-IN" sz="2600" spc="-1" strike="noStrike">
              <a:latin typeface="Arial"/>
            </a:endParaRPr>
          </a:p>
          <a:p>
            <a:pPr>
              <a:lnSpc>
                <a:spcPct val="94000"/>
              </a:lnSpc>
            </a:pPr>
            <a:r>
              <a:rPr b="1" lang="en-IN" sz="2200" spc="-1" strike="noStrike">
                <a:solidFill>
                  <a:srgbClr val="ce181e"/>
                </a:solidFill>
                <a:latin typeface="Courier New"/>
                <a:ea typeface="Courier New"/>
              </a:rPr>
              <a:t>Output:</a:t>
            </a:r>
            <a:endParaRPr b="0" lang="en-IN" sz="2200" spc="-1" strike="noStrike">
              <a:latin typeface="Arial"/>
            </a:endParaRPr>
          </a:p>
          <a:p>
            <a:pPr>
              <a:lnSpc>
                <a:spcPct val="94000"/>
              </a:lnSpc>
            </a:pPr>
            <a:r>
              <a:rPr b="0" lang="en-IN" sz="2400" spc="-1" strike="noStrike">
                <a:solidFill>
                  <a:srgbClr val="000000"/>
                </a:solidFill>
                <a:latin typeface="Times New Roman"/>
                <a:ea typeface="Courier New"/>
              </a:rPr>
              <a:t>i is greater than 15</a:t>
            </a:r>
            <a:endParaRPr b="0" lang="en-IN" sz="2400" spc="-1" strike="noStrike">
              <a:latin typeface="Arial"/>
            </a:endParaRPr>
          </a:p>
        </p:txBody>
      </p:sp>
    </p:spTree>
  </p:cSld>
  <p:timing>
    <p:tnLst>
      <p:par>
        <p:cTn id="17" dur="indefinite" restart="never" nodeType="tmRoot">
          <p:childTnLst>
            <p:seq>
              <p:cTn id="18" dur="indefinite" nodeType="mainSeq"/>
              <p:prevCondLst>
                <p:cond delay="0" evt="onPrev">
                  <p:tgtEl>
                    <p:sldTgt/>
                  </p:tgtEl>
                </p:cond>
              </p:prevCondLst>
              <p:nextCondLst>
                <p:cond delay="0"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CustomShape 1"/>
          <p:cNvSpPr/>
          <p:nvPr/>
        </p:nvSpPr>
        <p:spPr>
          <a:xfrm>
            <a:off x="360000" y="360000"/>
            <a:ext cx="9348120" cy="891360"/>
          </a:xfrm>
          <a:prstGeom prst="rect">
            <a:avLst/>
          </a:prstGeom>
          <a:noFill/>
          <a:ln>
            <a:noFill/>
          </a:ln>
        </p:spPr>
        <p:style>
          <a:lnRef idx="0"/>
          <a:fillRef idx="0"/>
          <a:effectRef idx="0"/>
          <a:fontRef idx="minor"/>
        </p:style>
        <p:txBody>
          <a:bodyPr lIns="0" rIns="0" tIns="35280" bIns="0" anchor="b"/>
          <a:p>
            <a:pPr>
              <a:lnSpc>
                <a:spcPct val="93000"/>
              </a:lnSpc>
            </a:pPr>
            <a:r>
              <a:rPr b="1" lang="en-IN" sz="4000" spc="-1" strike="noStrike">
                <a:solidFill>
                  <a:srgbClr val="ffffff"/>
                </a:solidFill>
                <a:latin typeface="Times New Roman"/>
                <a:ea typeface="DejaVu Sans"/>
              </a:rPr>
              <a:t> </a:t>
            </a:r>
            <a:r>
              <a:rPr b="1" lang="en-IN" sz="4000" spc="-1" strike="noStrike">
                <a:solidFill>
                  <a:srgbClr val="ffffff"/>
                </a:solidFill>
                <a:latin typeface="Times New Roman"/>
                <a:ea typeface="DejaVu Sans"/>
              </a:rPr>
              <a:t>if-else condition</a:t>
            </a:r>
            <a:endParaRPr b="0" lang="en-IN" sz="4000" spc="-1" strike="noStrike">
              <a:latin typeface="Arial"/>
            </a:endParaRPr>
          </a:p>
        </p:txBody>
      </p:sp>
      <p:sp>
        <p:nvSpPr>
          <p:cNvPr id="419" name="CustomShape 2"/>
          <p:cNvSpPr/>
          <p:nvPr/>
        </p:nvSpPr>
        <p:spPr>
          <a:xfrm>
            <a:off x="359640" y="1463400"/>
            <a:ext cx="9411480" cy="5387760"/>
          </a:xfrm>
          <a:prstGeom prst="rect">
            <a:avLst/>
          </a:prstGeom>
          <a:noFill/>
          <a:ln>
            <a:noFill/>
          </a:ln>
        </p:spPr>
        <p:style>
          <a:lnRef idx="0"/>
          <a:fillRef idx="0"/>
          <a:effectRef idx="0"/>
          <a:fontRef idx="minor"/>
        </p:style>
        <p:txBody>
          <a:bodyPr lIns="0" rIns="0" tIns="28080" bIns="0">
            <a:normAutofit/>
          </a:bodyPr>
          <a:p>
            <a:pPr>
              <a:lnSpc>
                <a:spcPct val="93000"/>
              </a:lnSpc>
            </a:pPr>
            <a:r>
              <a:rPr b="1" lang="en-IN" sz="3200" spc="-1" strike="noStrike">
                <a:solidFill>
                  <a:srgbClr val="1c1c1c"/>
                </a:solidFill>
                <a:latin typeface="Times New Roman"/>
                <a:ea typeface="DejaVu Sans"/>
              </a:rPr>
              <a:t>#include&lt;stdio.h&gt;</a:t>
            </a:r>
            <a:endParaRPr b="0" lang="en-IN" sz="3200" spc="-1" strike="noStrike">
              <a:latin typeface="Arial"/>
            </a:endParaRPr>
          </a:p>
          <a:p>
            <a:pPr>
              <a:lnSpc>
                <a:spcPct val="93000"/>
              </a:lnSpc>
            </a:pPr>
            <a:r>
              <a:rPr b="1" lang="en-IN" sz="3200" spc="-1" strike="noStrike">
                <a:solidFill>
                  <a:srgbClr val="1c1c1c"/>
                </a:solidFill>
                <a:latin typeface="Times New Roman"/>
                <a:ea typeface="DejaVu Sans"/>
              </a:rPr>
              <a:t>int main()</a:t>
            </a:r>
            <a:endParaRPr b="0" lang="en-IN" sz="3200" spc="-1" strike="noStrike">
              <a:latin typeface="Arial"/>
            </a:endParaRPr>
          </a:p>
          <a:p>
            <a:pPr>
              <a:lnSpc>
                <a:spcPct val="93000"/>
              </a:lnSpc>
            </a:pPr>
            <a:r>
              <a:rPr b="1" lang="en-IN" sz="3200" spc="-1" strike="noStrike">
                <a:solidFill>
                  <a:srgbClr val="1c1c1c"/>
                </a:solidFill>
                <a:latin typeface="Times New Roman"/>
                <a:ea typeface="DejaVu Sans"/>
              </a:rPr>
              <a:t>{</a:t>
            </a:r>
            <a:endParaRPr b="0" lang="en-IN" sz="3200" spc="-1" strike="noStrike">
              <a:latin typeface="Arial"/>
            </a:endParaRPr>
          </a:p>
          <a:p>
            <a:pPr>
              <a:lnSpc>
                <a:spcPct val="93000"/>
              </a:lnSpc>
            </a:pPr>
            <a:r>
              <a:rPr b="1" lang="en-IN" sz="3200" spc="-1" strike="noStrike">
                <a:solidFill>
                  <a:srgbClr val="1c1c1c"/>
                </a:solidFill>
                <a:latin typeface="Times New Roman"/>
                <a:ea typeface="DejaVu Sans"/>
              </a:rPr>
              <a:t>        </a:t>
            </a:r>
            <a:r>
              <a:rPr b="1" lang="en-IN" sz="3200" spc="-1" strike="noStrike">
                <a:solidFill>
                  <a:srgbClr val="1c1c1c"/>
                </a:solidFill>
                <a:latin typeface="Times New Roman"/>
                <a:ea typeface="DejaVu Sans"/>
              </a:rPr>
              <a:t>int i=10;</a:t>
            </a:r>
            <a:endParaRPr b="0" lang="en-IN" sz="3200" spc="-1" strike="noStrike">
              <a:latin typeface="Arial"/>
            </a:endParaRPr>
          </a:p>
          <a:p>
            <a:pPr>
              <a:lnSpc>
                <a:spcPct val="93000"/>
              </a:lnSpc>
            </a:pPr>
            <a:r>
              <a:rPr b="1" lang="en-IN" sz="3200" spc="-1" strike="noStrike">
                <a:solidFill>
                  <a:srgbClr val="1c1c1c"/>
                </a:solidFill>
                <a:latin typeface="Times New Roman"/>
                <a:ea typeface="DejaVu Sans"/>
              </a:rPr>
              <a:t>        </a:t>
            </a:r>
            <a:r>
              <a:rPr b="1" lang="en-IN" sz="3200" spc="-1" strike="noStrike">
                <a:solidFill>
                  <a:srgbClr val="1c1c1c"/>
                </a:solidFill>
                <a:latin typeface="Times New Roman"/>
                <a:ea typeface="DejaVu Sans"/>
              </a:rPr>
              <a:t>if(i&gt;15) {</a:t>
            </a:r>
            <a:endParaRPr b="0" lang="en-IN" sz="3200" spc="-1" strike="noStrike">
              <a:latin typeface="Arial"/>
            </a:endParaRPr>
          </a:p>
          <a:p>
            <a:pPr>
              <a:lnSpc>
                <a:spcPct val="93000"/>
              </a:lnSpc>
            </a:pPr>
            <a:r>
              <a:rPr b="1" lang="en-IN" sz="3200" spc="-1" strike="noStrike">
                <a:solidFill>
                  <a:srgbClr val="1c1c1c"/>
                </a:solidFill>
                <a:latin typeface="Times New Roman"/>
                <a:ea typeface="DejaVu Sans"/>
              </a:rPr>
              <a:t>         </a:t>
            </a:r>
            <a:r>
              <a:rPr b="1" lang="en-IN" sz="3200" spc="-1" strike="noStrike">
                <a:solidFill>
                  <a:srgbClr val="1c1c1c"/>
                </a:solidFill>
                <a:latin typeface="Times New Roman"/>
                <a:ea typeface="DejaVu Sans"/>
              </a:rPr>
              <a:t>printf("Hello\n");</a:t>
            </a:r>
            <a:endParaRPr b="0" lang="en-IN" sz="3200" spc="-1" strike="noStrike">
              <a:latin typeface="Arial"/>
            </a:endParaRPr>
          </a:p>
          <a:p>
            <a:pPr>
              <a:lnSpc>
                <a:spcPct val="93000"/>
              </a:lnSpc>
            </a:pPr>
            <a:r>
              <a:rPr b="1" lang="en-IN" sz="3200" spc="-1" strike="noStrike">
                <a:solidFill>
                  <a:srgbClr val="1c1c1c"/>
                </a:solidFill>
                <a:latin typeface="Times New Roman"/>
                <a:ea typeface="DejaVu Sans"/>
              </a:rPr>
              <a:t>         </a:t>
            </a:r>
            <a:r>
              <a:rPr b="1" lang="en-IN" sz="3200" spc="-1" strike="noStrike">
                <a:solidFill>
                  <a:srgbClr val="1c1c1c"/>
                </a:solidFill>
                <a:latin typeface="Times New Roman"/>
                <a:ea typeface="DejaVu Sans"/>
              </a:rPr>
              <a:t>printf("i is greater than 15\n");</a:t>
            </a:r>
            <a:endParaRPr b="0" lang="en-IN" sz="3200" spc="-1" strike="noStrike">
              <a:latin typeface="Arial"/>
            </a:endParaRPr>
          </a:p>
          <a:p>
            <a:pPr>
              <a:lnSpc>
                <a:spcPct val="93000"/>
              </a:lnSpc>
            </a:pPr>
            <a:r>
              <a:rPr b="1" lang="en-IN" sz="3200" spc="-1" strike="noStrike">
                <a:solidFill>
                  <a:srgbClr val="1c1c1c"/>
                </a:solidFill>
                <a:latin typeface="Times New Roman"/>
                <a:ea typeface="DejaVu Sans"/>
              </a:rPr>
              <a:t>        </a:t>
            </a:r>
            <a:r>
              <a:rPr b="1" lang="en-IN" sz="3200" spc="-1" strike="noStrike">
                <a:solidFill>
                  <a:srgbClr val="1c1c1c"/>
                </a:solidFill>
                <a:latin typeface="Times New Roman"/>
                <a:ea typeface="DejaVu Sans"/>
              </a:rPr>
              <a:t>}</a:t>
            </a:r>
            <a:endParaRPr b="0" lang="en-IN" sz="3200" spc="-1" strike="noStrike">
              <a:latin typeface="Arial"/>
            </a:endParaRPr>
          </a:p>
          <a:p>
            <a:pPr>
              <a:lnSpc>
                <a:spcPct val="93000"/>
              </a:lnSpc>
            </a:pPr>
            <a:r>
              <a:rPr b="1" lang="en-IN" sz="3200" spc="-1" strike="noStrike">
                <a:solidFill>
                  <a:srgbClr val="1c1c1c"/>
                </a:solidFill>
                <a:latin typeface="Times New Roman"/>
                <a:ea typeface="DejaVu Sans"/>
              </a:rPr>
              <a:t>        </a:t>
            </a:r>
            <a:r>
              <a:rPr b="1" lang="en-IN" sz="3200" spc="-1" strike="noStrike">
                <a:solidFill>
                  <a:srgbClr val="1c1c1c"/>
                </a:solidFill>
                <a:latin typeface="Times New Roman"/>
                <a:ea typeface="DejaVu Sans"/>
              </a:rPr>
              <a:t>else {</a:t>
            </a:r>
            <a:endParaRPr b="0" lang="en-IN" sz="3200" spc="-1" strike="noStrike">
              <a:latin typeface="Arial"/>
            </a:endParaRPr>
          </a:p>
          <a:p>
            <a:pPr>
              <a:lnSpc>
                <a:spcPct val="93000"/>
              </a:lnSpc>
            </a:pPr>
            <a:r>
              <a:rPr b="1" lang="en-IN" sz="3200" spc="-1" strike="noStrike">
                <a:solidFill>
                  <a:srgbClr val="1c1c1c"/>
                </a:solidFill>
                <a:latin typeface="Times New Roman"/>
                <a:ea typeface="DejaVu Sans"/>
              </a:rPr>
              <a:t>         </a:t>
            </a:r>
            <a:r>
              <a:rPr b="1" lang="en-IN" sz="3200" spc="-1" strike="noStrike">
                <a:solidFill>
                  <a:srgbClr val="1c1c1c"/>
                </a:solidFill>
                <a:latin typeface="Times New Roman"/>
                <a:ea typeface="DejaVu Sans"/>
              </a:rPr>
              <a:t>printf("Hai...\n");</a:t>
            </a:r>
            <a:endParaRPr b="0" lang="en-IN" sz="3200" spc="-1" strike="noStrike">
              <a:latin typeface="Arial"/>
            </a:endParaRPr>
          </a:p>
          <a:p>
            <a:pPr>
              <a:lnSpc>
                <a:spcPct val="93000"/>
              </a:lnSpc>
            </a:pPr>
            <a:r>
              <a:rPr b="1" lang="en-IN" sz="3200" spc="-1" strike="noStrike">
                <a:solidFill>
                  <a:srgbClr val="1c1c1c"/>
                </a:solidFill>
                <a:latin typeface="Times New Roman"/>
                <a:ea typeface="DejaVu Sans"/>
              </a:rPr>
              <a:t>         </a:t>
            </a:r>
            <a:r>
              <a:rPr b="1" lang="en-IN" sz="3200" spc="-1" strike="noStrike">
                <a:solidFill>
                  <a:srgbClr val="1c1c1c"/>
                </a:solidFill>
                <a:latin typeface="Times New Roman"/>
                <a:ea typeface="DejaVu Sans"/>
              </a:rPr>
              <a:t>printf("i is smaller than 15\n");</a:t>
            </a:r>
            <a:endParaRPr b="0" lang="en-IN" sz="3200" spc="-1" strike="noStrike">
              <a:latin typeface="Arial"/>
            </a:endParaRPr>
          </a:p>
          <a:p>
            <a:pPr>
              <a:lnSpc>
                <a:spcPct val="93000"/>
              </a:lnSpc>
            </a:pPr>
            <a:r>
              <a:rPr b="1" lang="en-IN" sz="3200" spc="-1" strike="noStrike">
                <a:solidFill>
                  <a:srgbClr val="1c1c1c"/>
                </a:solidFill>
                <a:latin typeface="Times New Roman"/>
                <a:ea typeface="DejaVu Sans"/>
              </a:rPr>
              <a:t>        </a:t>
            </a:r>
            <a:r>
              <a:rPr b="1" lang="en-IN" sz="3200" spc="-1" strike="noStrike">
                <a:solidFill>
                  <a:srgbClr val="1c1c1c"/>
                </a:solidFill>
                <a:latin typeface="Times New Roman"/>
                <a:ea typeface="DejaVu Sans"/>
              </a:rPr>
              <a:t>}</a:t>
            </a:r>
            <a:endParaRPr b="0" lang="en-IN" sz="3200" spc="-1" strike="noStrike">
              <a:latin typeface="Arial"/>
            </a:endParaRPr>
          </a:p>
          <a:p>
            <a:pPr>
              <a:lnSpc>
                <a:spcPct val="93000"/>
              </a:lnSpc>
            </a:pPr>
            <a:r>
              <a:rPr b="1" lang="en-IN" sz="3200" spc="-1" strike="noStrike">
                <a:solidFill>
                  <a:srgbClr val="1c1c1c"/>
                </a:solidFill>
                <a:latin typeface="Times New Roman"/>
                <a:ea typeface="DejaVu Sans"/>
              </a:rPr>
              <a:t>         </a:t>
            </a:r>
            <a:r>
              <a:rPr b="1" lang="en-IN" sz="3200" spc="-1" strike="noStrike">
                <a:solidFill>
                  <a:srgbClr val="1c1c1c"/>
                </a:solidFill>
                <a:latin typeface="Times New Roman"/>
                <a:ea typeface="DejaVu Sans"/>
              </a:rPr>
              <a:t>printf("I am not in if\n");</a:t>
            </a:r>
            <a:endParaRPr b="0" lang="en-IN" sz="3200" spc="-1" strike="noStrike">
              <a:latin typeface="Arial"/>
            </a:endParaRPr>
          </a:p>
          <a:p>
            <a:pPr>
              <a:lnSpc>
                <a:spcPct val="93000"/>
              </a:lnSpc>
            </a:pPr>
            <a:r>
              <a:rPr b="1" lang="en-IN" sz="3200" spc="-1" strike="noStrike">
                <a:solidFill>
                  <a:srgbClr val="1c1c1c"/>
                </a:solidFill>
                <a:latin typeface="Times New Roman"/>
                <a:ea typeface="DejaVu Sans"/>
              </a:rPr>
              <a:t>}</a:t>
            </a:r>
            <a:endParaRPr b="0" lang="en-IN" sz="3200" spc="-1" strike="noStrike">
              <a:latin typeface="Arial"/>
            </a:endParaRPr>
          </a:p>
        </p:txBody>
      </p:sp>
    </p:spTree>
  </p:cSld>
  <p:timing>
    <p:tnLst>
      <p:par>
        <p:cTn id="19" dur="indefinite" restart="never" nodeType="tmRoot">
          <p:childTnLst>
            <p:seq>
              <p:cTn id="20" dur="indefinite" nodeType="mainSeq"/>
              <p:prevCondLst>
                <p:cond delay="0" evt="onPrev">
                  <p:tgtEl>
                    <p:sldTgt/>
                  </p:tgtEl>
                </p:cond>
              </p:prevCondLst>
              <p:nextCondLst>
                <p:cond delay="0"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0" name="CustomShape 1"/>
          <p:cNvSpPr/>
          <p:nvPr/>
        </p:nvSpPr>
        <p:spPr>
          <a:xfrm>
            <a:off x="359640" y="359640"/>
            <a:ext cx="9348120" cy="891360"/>
          </a:xfrm>
          <a:prstGeom prst="rect">
            <a:avLst/>
          </a:prstGeom>
          <a:noFill/>
          <a:ln>
            <a:noFill/>
          </a:ln>
        </p:spPr>
        <p:style>
          <a:lnRef idx="0"/>
          <a:fillRef idx="0"/>
          <a:effectRef idx="0"/>
          <a:fontRef idx="minor"/>
        </p:style>
        <p:txBody>
          <a:bodyPr lIns="0" rIns="0" tIns="0" bIns="0" anchor="b"/>
          <a:p>
            <a:pPr>
              <a:lnSpc>
                <a:spcPct val="100000"/>
              </a:lnSpc>
            </a:pPr>
            <a:r>
              <a:rPr b="1" lang="en-IN" sz="3010" spc="-1" strike="noStrike">
                <a:solidFill>
                  <a:srgbClr val="ffffff"/>
                </a:solidFill>
                <a:latin typeface="Source Sans Pro Black"/>
                <a:ea typeface="DejaVu Sans"/>
              </a:rPr>
              <a:t> </a:t>
            </a:r>
            <a:r>
              <a:rPr b="1" lang="en-IN" sz="3010" spc="-1" strike="noStrike">
                <a:solidFill>
                  <a:srgbClr val="ffffff"/>
                </a:solidFill>
                <a:latin typeface="Source Sans Pro Black"/>
                <a:ea typeface="DejaVu Sans"/>
              </a:rPr>
              <a:t>else without if leads error  </a:t>
            </a:r>
            <a:endParaRPr b="0" lang="en-IN" sz="3010" spc="-1" strike="noStrike">
              <a:latin typeface="Arial"/>
            </a:endParaRPr>
          </a:p>
        </p:txBody>
      </p:sp>
      <p:sp>
        <p:nvSpPr>
          <p:cNvPr id="421" name="CustomShape 2"/>
          <p:cNvSpPr/>
          <p:nvPr/>
        </p:nvSpPr>
        <p:spPr>
          <a:xfrm>
            <a:off x="216000" y="1463400"/>
            <a:ext cx="9788400" cy="5387760"/>
          </a:xfrm>
          <a:prstGeom prst="rect">
            <a:avLst/>
          </a:prstGeom>
          <a:noFill/>
          <a:ln>
            <a:noFill/>
          </a:ln>
        </p:spPr>
        <p:style>
          <a:lnRef idx="0"/>
          <a:fillRef idx="0"/>
          <a:effectRef idx="0"/>
          <a:fontRef idx="minor"/>
        </p:style>
        <p:txBody>
          <a:bodyPr lIns="0" rIns="0" tIns="0" bIns="0">
            <a:normAutofit/>
          </a:bodyPr>
          <a:p>
            <a:pPr>
              <a:lnSpc>
                <a:spcPct val="100000"/>
              </a:lnSpc>
            </a:pPr>
            <a:r>
              <a:rPr b="1" lang="en-IN" sz="2800" spc="-1" strike="noStrike">
                <a:solidFill>
                  <a:srgbClr val="1c1c1c"/>
                </a:solidFill>
                <a:latin typeface="Times New Roman"/>
                <a:ea typeface="DejaVu Sans"/>
              </a:rPr>
              <a:t>#include&lt;stdio.h&gt;</a:t>
            </a:r>
            <a:endParaRPr b="0" lang="en-IN" sz="2800" spc="-1" strike="noStrike">
              <a:latin typeface="Arial"/>
            </a:endParaRPr>
          </a:p>
          <a:p>
            <a:pPr>
              <a:lnSpc>
                <a:spcPct val="100000"/>
              </a:lnSpc>
            </a:pPr>
            <a:r>
              <a:rPr b="1" lang="en-IN" sz="2800" spc="-1" strike="noStrike">
                <a:solidFill>
                  <a:srgbClr val="1c1c1c"/>
                </a:solidFill>
                <a:latin typeface="Times New Roman"/>
                <a:ea typeface="DejaVu Sans"/>
              </a:rPr>
              <a:t>int main()</a:t>
            </a:r>
            <a:endParaRPr b="0" lang="en-IN" sz="2800" spc="-1" strike="noStrike">
              <a:latin typeface="Arial"/>
            </a:endParaRPr>
          </a:p>
          <a:p>
            <a:pPr>
              <a:lnSpc>
                <a:spcPct val="100000"/>
              </a:lnSpc>
            </a:pPr>
            <a:r>
              <a:rPr b="1" lang="en-IN" sz="2800" spc="-1" strike="noStrike">
                <a:solidFill>
                  <a:srgbClr val="1c1c1c"/>
                </a:solidFill>
                <a:latin typeface="Times New Roman"/>
                <a:ea typeface="DejaVu Sans"/>
              </a:rPr>
              <a:t>{</a:t>
            </a:r>
            <a:endParaRPr b="0" lang="en-IN" sz="2800" spc="-1" strike="noStrike">
              <a:latin typeface="Arial"/>
            </a:endParaRPr>
          </a:p>
          <a:p>
            <a:pPr>
              <a:lnSpc>
                <a:spcPct val="100000"/>
              </a:lnSpc>
            </a:pPr>
            <a:r>
              <a:rPr b="1" lang="en-IN" sz="2800" spc="-1" strike="noStrike">
                <a:solidFill>
                  <a:srgbClr val="1c1c1c"/>
                </a:solidFill>
                <a:latin typeface="Times New Roman"/>
                <a:ea typeface="DejaVu Sans"/>
              </a:rPr>
              <a:t>        </a:t>
            </a:r>
            <a:r>
              <a:rPr b="1" lang="en-IN" sz="2800" spc="-1" strike="noStrike">
                <a:solidFill>
                  <a:srgbClr val="1c1c1c"/>
                </a:solidFill>
                <a:latin typeface="Times New Roman"/>
                <a:ea typeface="DejaVu Sans"/>
              </a:rPr>
              <a:t>else</a:t>
            </a:r>
            <a:endParaRPr b="0" lang="en-IN" sz="2800" spc="-1" strike="noStrike">
              <a:latin typeface="Arial"/>
            </a:endParaRPr>
          </a:p>
          <a:p>
            <a:pPr>
              <a:lnSpc>
                <a:spcPct val="100000"/>
              </a:lnSpc>
            </a:pPr>
            <a:r>
              <a:rPr b="1" lang="en-IN" sz="2800" spc="-1" strike="noStrike">
                <a:solidFill>
                  <a:srgbClr val="1c1c1c"/>
                </a:solidFill>
                <a:latin typeface="Times New Roman"/>
                <a:ea typeface="DejaVu Sans"/>
              </a:rPr>
              <a:t>        </a:t>
            </a:r>
            <a:r>
              <a:rPr b="1" lang="en-IN" sz="2800" spc="-1" strike="noStrike">
                <a:solidFill>
                  <a:srgbClr val="1c1c1c"/>
                </a:solidFill>
                <a:latin typeface="Times New Roman"/>
                <a:ea typeface="DejaVu Sans"/>
              </a:rPr>
              <a:t>{</a:t>
            </a:r>
            <a:endParaRPr b="0" lang="en-IN" sz="2800" spc="-1" strike="noStrike">
              <a:latin typeface="Arial"/>
            </a:endParaRPr>
          </a:p>
          <a:p>
            <a:pPr>
              <a:lnSpc>
                <a:spcPct val="100000"/>
              </a:lnSpc>
            </a:pPr>
            <a:r>
              <a:rPr b="1" lang="en-IN" sz="2800" spc="-1" strike="noStrike">
                <a:solidFill>
                  <a:srgbClr val="1c1c1c"/>
                </a:solidFill>
                <a:latin typeface="Times New Roman"/>
                <a:ea typeface="DejaVu Sans"/>
              </a:rPr>
              <a:t>                </a:t>
            </a:r>
            <a:r>
              <a:rPr b="1" lang="en-IN" sz="2800" spc="-1" strike="noStrike">
                <a:solidFill>
                  <a:srgbClr val="1c1c1c"/>
                </a:solidFill>
                <a:latin typeface="Times New Roman"/>
                <a:ea typeface="DejaVu Sans"/>
              </a:rPr>
              <a:t>printf("Hai...\n");</a:t>
            </a:r>
            <a:endParaRPr b="0" lang="en-IN" sz="2800" spc="-1" strike="noStrike">
              <a:latin typeface="Arial"/>
            </a:endParaRPr>
          </a:p>
          <a:p>
            <a:pPr>
              <a:lnSpc>
                <a:spcPct val="100000"/>
              </a:lnSpc>
            </a:pPr>
            <a:r>
              <a:rPr b="1" lang="en-IN" sz="2800" spc="-1" strike="noStrike">
                <a:solidFill>
                  <a:srgbClr val="1c1c1c"/>
                </a:solidFill>
                <a:latin typeface="Times New Roman"/>
                <a:ea typeface="DejaVu Sans"/>
              </a:rPr>
              <a:t>                </a:t>
            </a:r>
            <a:r>
              <a:rPr b="1" lang="en-IN" sz="2800" spc="-1" strike="noStrike">
                <a:solidFill>
                  <a:srgbClr val="1c1c1c"/>
                </a:solidFill>
                <a:latin typeface="Times New Roman"/>
                <a:ea typeface="DejaVu Sans"/>
              </a:rPr>
              <a:t>printf("i is smaller than 15\n");</a:t>
            </a:r>
            <a:endParaRPr b="0" lang="en-IN" sz="2800" spc="-1" strike="noStrike">
              <a:latin typeface="Arial"/>
            </a:endParaRPr>
          </a:p>
          <a:p>
            <a:pPr>
              <a:lnSpc>
                <a:spcPct val="100000"/>
              </a:lnSpc>
            </a:pPr>
            <a:r>
              <a:rPr b="1" lang="en-IN" sz="2800" spc="-1" strike="noStrike">
                <a:solidFill>
                  <a:srgbClr val="1c1c1c"/>
                </a:solidFill>
                <a:latin typeface="Times New Roman"/>
                <a:ea typeface="DejaVu Sans"/>
              </a:rPr>
              <a:t>        </a:t>
            </a:r>
            <a:r>
              <a:rPr b="1" lang="en-IN" sz="2800" spc="-1" strike="noStrike">
                <a:solidFill>
                  <a:srgbClr val="1c1c1c"/>
                </a:solidFill>
                <a:latin typeface="Times New Roman"/>
                <a:ea typeface="DejaVu Sans"/>
              </a:rPr>
              <a:t>}</a:t>
            </a:r>
            <a:endParaRPr b="0" lang="en-IN" sz="2800" spc="-1" strike="noStrike">
              <a:latin typeface="Arial"/>
            </a:endParaRPr>
          </a:p>
          <a:p>
            <a:pPr>
              <a:lnSpc>
                <a:spcPct val="100000"/>
              </a:lnSpc>
            </a:pPr>
            <a:r>
              <a:rPr b="1" lang="en-IN" sz="2800" spc="-1" strike="noStrike">
                <a:solidFill>
                  <a:srgbClr val="1c1c1c"/>
                </a:solidFill>
                <a:latin typeface="Times New Roman"/>
                <a:ea typeface="DejaVu Sans"/>
              </a:rPr>
              <a:t>                </a:t>
            </a:r>
            <a:r>
              <a:rPr b="1" lang="en-IN" sz="2800" spc="-1" strike="noStrike">
                <a:solidFill>
                  <a:srgbClr val="1c1c1c"/>
                </a:solidFill>
                <a:latin typeface="Times New Roman"/>
                <a:ea typeface="DejaVu Sans"/>
              </a:rPr>
              <a:t>printf("I am not in if\n");</a:t>
            </a:r>
            <a:endParaRPr b="0" lang="en-IN" sz="2800" spc="-1" strike="noStrike">
              <a:latin typeface="Arial"/>
            </a:endParaRPr>
          </a:p>
          <a:p>
            <a:pPr>
              <a:lnSpc>
                <a:spcPct val="100000"/>
              </a:lnSpc>
            </a:pPr>
            <a:r>
              <a:rPr b="1" lang="en-IN" sz="2800" spc="-1" strike="noStrike">
                <a:solidFill>
                  <a:srgbClr val="1c1c1c"/>
                </a:solidFill>
                <a:latin typeface="Times New Roman"/>
                <a:ea typeface="DejaVu Sans"/>
              </a:rPr>
              <a:t>}</a:t>
            </a:r>
            <a:endParaRPr b="0" lang="en-IN" sz="2800" spc="-1" strike="noStrike">
              <a:latin typeface="Arial"/>
            </a:endParaRPr>
          </a:p>
          <a:p>
            <a:pPr>
              <a:lnSpc>
                <a:spcPct val="100000"/>
              </a:lnSpc>
            </a:pPr>
            <a:r>
              <a:rPr b="1" lang="en-IN" sz="2600" spc="-1" strike="noStrike">
                <a:solidFill>
                  <a:srgbClr val="ce181e"/>
                </a:solidFill>
                <a:latin typeface="Times New Roman"/>
                <a:ea typeface="DejaVu Sans"/>
              </a:rPr>
              <a:t>Note :</a:t>
            </a:r>
            <a:r>
              <a:rPr b="1" lang="en-IN" sz="2600" spc="-1" strike="noStrike">
                <a:solidFill>
                  <a:srgbClr val="1c1c1c"/>
                </a:solidFill>
                <a:latin typeface="Times New Roman"/>
                <a:ea typeface="DejaVu Sans"/>
              </a:rPr>
              <a:t> for if part, else part is not mandatory, but for else part,  if part is mandatory.</a:t>
            </a:r>
            <a:endParaRPr b="0" lang="en-IN" sz="2600" spc="-1" strike="noStrike">
              <a:latin typeface="Arial"/>
            </a:endParaRPr>
          </a:p>
        </p:txBody>
      </p:sp>
    </p:spTree>
  </p:cSld>
  <p:timing>
    <p:tnLst>
      <p:par>
        <p:cTn id="21" dur="indefinite" restart="never" nodeType="tmRoot">
          <p:childTnLst>
            <p:seq>
              <p:cTn id="22" dur="indefinite" nodeType="mainSeq"/>
              <p:prevCondLst>
                <p:cond delay="0" evt="onPrev">
                  <p:tgtEl>
                    <p:sldTgt/>
                  </p:tgtEl>
                </p:cond>
              </p:prevCondLst>
              <p:nextCondLst>
                <p:cond delay="0"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CustomShape 1"/>
          <p:cNvSpPr/>
          <p:nvPr/>
        </p:nvSpPr>
        <p:spPr>
          <a:xfrm>
            <a:off x="359640" y="359640"/>
            <a:ext cx="9348120" cy="891360"/>
          </a:xfrm>
          <a:prstGeom prst="rect">
            <a:avLst/>
          </a:prstGeom>
          <a:noFill/>
          <a:ln>
            <a:noFill/>
          </a:ln>
        </p:spPr>
        <p:style>
          <a:lnRef idx="0"/>
          <a:fillRef idx="0"/>
          <a:effectRef idx="0"/>
          <a:fontRef idx="minor"/>
        </p:style>
        <p:txBody>
          <a:bodyPr lIns="0" rIns="0" tIns="0" bIns="0" anchor="b"/>
          <a:p>
            <a:pPr>
              <a:lnSpc>
                <a:spcPct val="100000"/>
              </a:lnSpc>
            </a:pPr>
            <a:r>
              <a:rPr b="1" lang="en-IN" sz="3010" spc="-1" strike="noStrike">
                <a:solidFill>
                  <a:srgbClr val="ffffff"/>
                </a:solidFill>
                <a:latin typeface="Source Sans Pro Black"/>
                <a:ea typeface="DejaVu Sans"/>
              </a:rPr>
              <a:t> </a:t>
            </a:r>
            <a:r>
              <a:rPr b="1" lang="en-IN" sz="3010" spc="-1" strike="noStrike">
                <a:solidFill>
                  <a:srgbClr val="ffffff"/>
                </a:solidFill>
                <a:latin typeface="Times New Roman"/>
                <a:ea typeface="DejaVu Sans"/>
              </a:rPr>
              <a:t>If condition with ; colon</a:t>
            </a:r>
            <a:endParaRPr b="0" lang="en-IN" sz="3010" spc="-1" strike="noStrike">
              <a:latin typeface="Arial"/>
            </a:endParaRPr>
          </a:p>
        </p:txBody>
      </p:sp>
      <p:sp>
        <p:nvSpPr>
          <p:cNvPr id="423" name="CustomShape 2"/>
          <p:cNvSpPr/>
          <p:nvPr/>
        </p:nvSpPr>
        <p:spPr>
          <a:xfrm>
            <a:off x="359640" y="1463400"/>
            <a:ext cx="9168120" cy="5387760"/>
          </a:xfrm>
          <a:prstGeom prst="rect">
            <a:avLst/>
          </a:prstGeom>
          <a:noFill/>
          <a:ln>
            <a:noFill/>
          </a:ln>
        </p:spPr>
        <p:style>
          <a:lnRef idx="0"/>
          <a:fillRef idx="0"/>
          <a:effectRef idx="0"/>
          <a:fontRef idx="minor"/>
        </p:style>
        <p:txBody>
          <a:bodyPr lIns="0" rIns="0" tIns="0" bIns="0">
            <a:normAutofit/>
          </a:bodyPr>
          <a:p>
            <a:pPr>
              <a:lnSpc>
                <a:spcPct val="100000"/>
              </a:lnSpc>
              <a:spcAft>
                <a:spcPts val="1140"/>
              </a:spcAft>
            </a:pPr>
            <a:r>
              <a:rPr b="1" lang="en-IN" sz="2600" spc="-1" strike="noStrike">
                <a:solidFill>
                  <a:srgbClr val="1c1c1c"/>
                </a:solidFill>
                <a:latin typeface="Times New Roman"/>
                <a:ea typeface="DejaVu Sans"/>
              </a:rPr>
              <a:t>#include&lt;stdio.h&gt;</a:t>
            </a:r>
            <a:endParaRPr b="0" lang="en-IN" sz="2600" spc="-1" strike="noStrike">
              <a:latin typeface="Arial"/>
            </a:endParaRPr>
          </a:p>
          <a:p>
            <a:pPr>
              <a:lnSpc>
                <a:spcPct val="100000"/>
              </a:lnSpc>
              <a:spcAft>
                <a:spcPts val="1140"/>
              </a:spcAft>
            </a:pPr>
            <a:r>
              <a:rPr b="1" lang="en-IN" sz="2600" spc="-1" strike="noStrike">
                <a:solidFill>
                  <a:srgbClr val="1c1c1c"/>
                </a:solidFill>
                <a:latin typeface="Times New Roman"/>
                <a:ea typeface="DejaVu Sans"/>
              </a:rPr>
              <a:t>int main()</a:t>
            </a:r>
            <a:endParaRPr b="0" lang="en-IN" sz="2600" spc="-1" strike="noStrike">
              <a:latin typeface="Arial"/>
            </a:endParaRPr>
          </a:p>
          <a:p>
            <a:pPr>
              <a:lnSpc>
                <a:spcPct val="100000"/>
              </a:lnSpc>
              <a:spcAft>
                <a:spcPts val="1140"/>
              </a:spcAft>
            </a:pPr>
            <a:r>
              <a:rPr b="1" lang="en-IN" sz="2600" spc="-1" strike="noStrike">
                <a:solidFill>
                  <a:srgbClr val="1c1c1c"/>
                </a:solidFill>
                <a:latin typeface="Times New Roman"/>
                <a:ea typeface="DejaVu Sans"/>
              </a:rPr>
              <a:t>{</a:t>
            </a:r>
            <a:endParaRPr b="0" lang="en-IN" sz="2600" spc="-1" strike="noStrike">
              <a:latin typeface="Arial"/>
            </a:endParaRPr>
          </a:p>
          <a:p>
            <a:pPr>
              <a:lnSpc>
                <a:spcPct val="100000"/>
              </a:lnSpc>
              <a:spcAft>
                <a:spcPts val="1140"/>
              </a:spcAft>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int x = 10;</a:t>
            </a:r>
            <a:endParaRPr b="0" lang="en-IN" sz="2600" spc="-1" strike="noStrike">
              <a:latin typeface="Arial"/>
            </a:endParaRPr>
          </a:p>
          <a:p>
            <a:pPr>
              <a:lnSpc>
                <a:spcPct val="100000"/>
              </a:lnSpc>
              <a:spcAft>
                <a:spcPts val="1140"/>
              </a:spcAft>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if(x &lt; 5);</a:t>
            </a:r>
            <a:endParaRPr b="0" lang="en-IN" sz="2600" spc="-1" strike="noStrike">
              <a:latin typeface="Arial"/>
            </a:endParaRPr>
          </a:p>
          <a:p>
            <a:pPr>
              <a:lnSpc>
                <a:spcPct val="100000"/>
              </a:lnSpc>
              <a:spcAft>
                <a:spcPts val="1140"/>
              </a:spcAft>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a:t>
            </a:r>
            <a:endParaRPr b="0" lang="en-IN" sz="2600" spc="-1" strike="noStrike">
              <a:latin typeface="Arial"/>
            </a:endParaRPr>
          </a:p>
          <a:p>
            <a:pPr>
              <a:lnSpc>
                <a:spcPct val="100000"/>
              </a:lnSpc>
              <a:spcAft>
                <a:spcPts val="1140"/>
              </a:spcAft>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printf("Hello\n");</a:t>
            </a:r>
            <a:endParaRPr b="0" lang="en-IN" sz="2600" spc="-1" strike="noStrike">
              <a:latin typeface="Arial"/>
            </a:endParaRPr>
          </a:p>
          <a:p>
            <a:pPr>
              <a:lnSpc>
                <a:spcPct val="100000"/>
              </a:lnSpc>
              <a:spcAft>
                <a:spcPts val="1140"/>
              </a:spcAft>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printf("Hai\n");</a:t>
            </a:r>
            <a:endParaRPr b="0" lang="en-IN" sz="2600" spc="-1" strike="noStrike">
              <a:latin typeface="Arial"/>
            </a:endParaRPr>
          </a:p>
          <a:p>
            <a:pPr>
              <a:lnSpc>
                <a:spcPct val="100000"/>
              </a:lnSpc>
              <a:spcAft>
                <a:spcPts val="1140"/>
              </a:spcAft>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a:t>
            </a:r>
            <a:endParaRPr b="0" lang="en-IN" sz="2600" spc="-1" strike="noStrike">
              <a:latin typeface="Arial"/>
            </a:endParaRPr>
          </a:p>
          <a:p>
            <a:pPr>
              <a:lnSpc>
                <a:spcPct val="100000"/>
              </a:lnSpc>
              <a:spcAft>
                <a:spcPts val="1140"/>
              </a:spcAft>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printf("I am not in if\n");</a:t>
            </a:r>
            <a:endParaRPr b="0" lang="en-IN" sz="2600" spc="-1" strike="noStrike">
              <a:latin typeface="Arial"/>
            </a:endParaRPr>
          </a:p>
          <a:p>
            <a:pPr>
              <a:lnSpc>
                <a:spcPct val="100000"/>
              </a:lnSpc>
              <a:spcAft>
                <a:spcPts val="1140"/>
              </a:spcAft>
            </a:pPr>
            <a:r>
              <a:rPr b="1" lang="en-IN" sz="2600" spc="-1" strike="noStrike">
                <a:solidFill>
                  <a:srgbClr val="1c1c1c"/>
                </a:solidFill>
                <a:latin typeface="Times New Roman"/>
                <a:ea typeface="DejaVu Sans"/>
              </a:rPr>
              <a:t>}</a:t>
            </a:r>
            <a:endParaRPr b="0" lang="en-IN" sz="2600" spc="-1" strike="noStrike">
              <a:latin typeface="Arial"/>
            </a:endParaRPr>
          </a:p>
        </p:txBody>
      </p:sp>
    </p:spTree>
  </p:cSld>
  <p:timing>
    <p:tnLst>
      <p:par>
        <p:cTn id="23" dur="indefinite" restart="never" nodeType="tmRoot">
          <p:childTnLst>
            <p:seq>
              <p:cTn id="24" dur="indefinite" nodeType="mainSeq"/>
              <p:prevCondLst>
                <p:cond delay="0" evt="onPrev">
                  <p:tgtEl>
                    <p:sldTgt/>
                  </p:tgtEl>
                </p:cond>
              </p:prevCondLst>
              <p:nextCondLst>
                <p:cond delay="0"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CustomShape 1"/>
          <p:cNvSpPr/>
          <p:nvPr/>
        </p:nvSpPr>
        <p:spPr>
          <a:xfrm>
            <a:off x="359640" y="359640"/>
            <a:ext cx="9348120" cy="891360"/>
          </a:xfrm>
          <a:prstGeom prst="rect">
            <a:avLst/>
          </a:prstGeom>
          <a:noFill/>
          <a:ln>
            <a:noFill/>
          </a:ln>
        </p:spPr>
        <p:style>
          <a:lnRef idx="0"/>
          <a:fillRef idx="0"/>
          <a:effectRef idx="0"/>
          <a:fontRef idx="minor"/>
        </p:style>
        <p:txBody>
          <a:bodyPr lIns="0" rIns="0" tIns="0" bIns="0" anchor="b"/>
          <a:p>
            <a:pPr>
              <a:lnSpc>
                <a:spcPct val="100000"/>
              </a:lnSpc>
            </a:pPr>
            <a:r>
              <a:rPr b="1" lang="en-IN" sz="3010" spc="-1" strike="noStrike">
                <a:solidFill>
                  <a:srgbClr val="ffffff"/>
                </a:solidFill>
                <a:latin typeface="Source Sans Pro Black"/>
                <a:ea typeface="DejaVu Sans"/>
              </a:rPr>
              <a:t> </a:t>
            </a:r>
            <a:r>
              <a:rPr b="1" lang="en-IN" sz="3010" spc="-1" strike="noStrike">
                <a:solidFill>
                  <a:srgbClr val="ffffff"/>
                </a:solidFill>
                <a:latin typeface="Times New Roman"/>
                <a:ea typeface="DejaVu Sans"/>
              </a:rPr>
              <a:t>Statement in the middle of if-else is invalid</a:t>
            </a:r>
            <a:endParaRPr b="0" lang="en-IN" sz="3010" spc="-1" strike="noStrike">
              <a:latin typeface="Arial"/>
            </a:endParaRPr>
          </a:p>
        </p:txBody>
      </p:sp>
      <p:sp>
        <p:nvSpPr>
          <p:cNvPr id="425" name="CustomShape 2"/>
          <p:cNvSpPr/>
          <p:nvPr/>
        </p:nvSpPr>
        <p:spPr>
          <a:xfrm>
            <a:off x="359640" y="1463400"/>
            <a:ext cx="9168120" cy="5296320"/>
          </a:xfrm>
          <a:prstGeom prst="rect">
            <a:avLst/>
          </a:prstGeom>
          <a:noFill/>
          <a:ln>
            <a:noFill/>
          </a:ln>
        </p:spPr>
        <p:style>
          <a:lnRef idx="0"/>
          <a:fillRef idx="0"/>
          <a:effectRef idx="0"/>
          <a:fontRef idx="minor"/>
        </p:style>
        <p:txBody>
          <a:bodyPr lIns="0" rIns="0" tIns="0" bIns="0">
            <a:normAutofit/>
          </a:bodyPr>
          <a:p>
            <a:pPr>
              <a:lnSpc>
                <a:spcPct val="100000"/>
              </a:lnSpc>
            </a:pPr>
            <a:r>
              <a:rPr b="1" lang="en-IN" sz="2600" spc="-1" strike="noStrike">
                <a:solidFill>
                  <a:srgbClr val="1c1c1c"/>
                </a:solidFill>
                <a:latin typeface="Times New Roman"/>
                <a:ea typeface="DejaVu Sans"/>
              </a:rPr>
              <a:t>#include&lt;stdio.h&gt;</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int main()</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int x = 10;</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 </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if(x &lt; 20)</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printf("x is smaller than 20\n");</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printf("Hello...\n");</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else</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printf("x is greater than 20\n");</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a:t>
            </a:r>
            <a:endParaRPr b="0" lang="en-IN" sz="2600" spc="-1" strike="noStrike">
              <a:latin typeface="Arial"/>
            </a:endParaRPr>
          </a:p>
          <a:p>
            <a:pPr>
              <a:lnSpc>
                <a:spcPct val="100000"/>
              </a:lnSpc>
            </a:pPr>
            <a:r>
              <a:rPr b="1" lang="en-IN" sz="2600" spc="-1" strike="noStrike">
                <a:solidFill>
                  <a:srgbClr val="ce181e"/>
                </a:solidFill>
                <a:latin typeface="Times New Roman"/>
                <a:ea typeface="DejaVu Sans"/>
              </a:rPr>
              <a:t>Note :</a:t>
            </a:r>
            <a:r>
              <a:rPr b="1" lang="en-IN" sz="2600" spc="-1" strike="noStrike">
                <a:solidFill>
                  <a:srgbClr val="1c1c1c"/>
                </a:solidFill>
                <a:latin typeface="Times New Roman"/>
                <a:ea typeface="DejaVu Sans"/>
              </a:rPr>
              <a:t> No statements should be provided b/w if-else parts.</a:t>
            </a:r>
            <a:endParaRPr b="0" lang="en-IN" sz="2600" spc="-1" strike="noStrike">
              <a:latin typeface="Arial"/>
            </a:endParaRPr>
          </a:p>
          <a:p>
            <a:pPr>
              <a:lnSpc>
                <a:spcPct val="100000"/>
              </a:lnSpc>
            </a:pPr>
            <a:r>
              <a:rPr b="1" lang="en-IN" sz="2600" spc="-1" strike="noStrike">
                <a:solidFill>
                  <a:srgbClr val="a3238e"/>
                </a:solidFill>
                <a:latin typeface="Times New Roman"/>
                <a:ea typeface="DejaVu Sans"/>
              </a:rPr>
              <a:t> </a:t>
            </a:r>
            <a:r>
              <a:rPr b="1" lang="en-IN" sz="2600" spc="-1" strike="noStrike">
                <a:solidFill>
                  <a:srgbClr val="21409a"/>
                </a:solidFill>
                <a:latin typeface="Times New Roman"/>
                <a:ea typeface="DejaVu Sans"/>
              </a:rPr>
              <a:t>Here, </a:t>
            </a:r>
            <a:endParaRPr b="0" lang="en-IN" sz="2600" spc="-1" strike="noStrike">
              <a:latin typeface="Arial"/>
            </a:endParaRPr>
          </a:p>
          <a:p>
            <a:pPr>
              <a:lnSpc>
                <a:spcPct val="100000"/>
              </a:lnSpc>
            </a:pPr>
            <a:r>
              <a:rPr b="1" lang="en-IN" sz="2600" spc="-1" strike="noStrike">
                <a:solidFill>
                  <a:srgbClr val="21409a"/>
                </a:solidFill>
                <a:latin typeface="Times New Roman"/>
                <a:ea typeface="DejaVu Sans"/>
              </a:rPr>
              <a:t> </a:t>
            </a:r>
            <a:r>
              <a:rPr b="1" lang="en-IN" sz="2600" spc="-1" strike="noStrike">
                <a:solidFill>
                  <a:srgbClr val="21409a"/>
                </a:solidFill>
                <a:latin typeface="Times New Roman"/>
                <a:ea typeface="DejaVu Sans"/>
              </a:rPr>
              <a:t>printf("Hello...\n") is the statement b/w if-else parts is invalid.</a:t>
            </a:r>
            <a:endParaRPr b="0" lang="en-IN" sz="2600" spc="-1" strike="noStrike">
              <a:latin typeface="Arial"/>
            </a:endParaRPr>
          </a:p>
        </p:txBody>
      </p:sp>
    </p:spTree>
  </p:cSld>
  <p:timing>
    <p:tnLst>
      <p:par>
        <p:cTn id="25" dur="indefinite" restart="never" nodeType="tmRoot">
          <p:childTnLst>
            <p:seq>
              <p:cTn id="26" dur="indefinite" nodeType="mainSeq"/>
              <p:prevCondLst>
                <p:cond delay="0" evt="onPrev">
                  <p:tgtEl>
                    <p:sldTgt/>
                  </p:tgtEl>
                </p:cond>
              </p:prevCondLst>
              <p:nextCondLst>
                <p:cond delay="0"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CustomShape 1"/>
          <p:cNvSpPr/>
          <p:nvPr/>
        </p:nvSpPr>
        <p:spPr>
          <a:xfrm>
            <a:off x="224640" y="360000"/>
            <a:ext cx="9707760" cy="891360"/>
          </a:xfrm>
          <a:prstGeom prst="rect">
            <a:avLst/>
          </a:prstGeom>
          <a:noFill/>
          <a:ln>
            <a:noFill/>
          </a:ln>
        </p:spPr>
        <p:style>
          <a:lnRef idx="0"/>
          <a:fillRef idx="0"/>
          <a:effectRef idx="0"/>
          <a:fontRef idx="minor"/>
        </p:style>
        <p:txBody>
          <a:bodyPr lIns="0" rIns="0" tIns="0" bIns="0" anchor="b"/>
          <a:p>
            <a:pPr>
              <a:lnSpc>
                <a:spcPct val="100000"/>
              </a:lnSpc>
            </a:pPr>
            <a:r>
              <a:rPr b="1" lang="en-IN" sz="3010" spc="-1" strike="noStrike">
                <a:solidFill>
                  <a:srgbClr val="ffffff"/>
                </a:solidFill>
                <a:latin typeface="Source Sans Pro Black"/>
                <a:ea typeface="DejaVu Sans"/>
              </a:rPr>
              <a:t> </a:t>
            </a:r>
            <a:r>
              <a:rPr b="1" lang="en-IN" sz="3010" spc="-1" strike="noStrike">
                <a:solidFill>
                  <a:srgbClr val="ffffff"/>
                </a:solidFill>
                <a:latin typeface="Times New Roman"/>
                <a:ea typeface="DejaVu Sans"/>
              </a:rPr>
              <a:t>Multiple statements of if-else must be in { … }</a:t>
            </a:r>
            <a:endParaRPr b="0" lang="en-IN" sz="3010" spc="-1" strike="noStrike">
              <a:latin typeface="Arial"/>
            </a:endParaRPr>
          </a:p>
        </p:txBody>
      </p:sp>
      <p:sp>
        <p:nvSpPr>
          <p:cNvPr id="427" name="CustomShape 2"/>
          <p:cNvSpPr/>
          <p:nvPr/>
        </p:nvSpPr>
        <p:spPr>
          <a:xfrm>
            <a:off x="359640" y="1463400"/>
            <a:ext cx="9168120" cy="5387760"/>
          </a:xfrm>
          <a:prstGeom prst="rect">
            <a:avLst/>
          </a:prstGeom>
          <a:noFill/>
          <a:ln>
            <a:noFill/>
          </a:ln>
        </p:spPr>
        <p:style>
          <a:lnRef idx="0"/>
          <a:fillRef idx="0"/>
          <a:effectRef idx="0"/>
          <a:fontRef idx="minor"/>
        </p:style>
        <p:txBody>
          <a:bodyPr lIns="0" rIns="0" tIns="0" bIns="0">
            <a:normAutofit/>
          </a:bodyPr>
          <a:p>
            <a:pPr>
              <a:lnSpc>
                <a:spcPct val="100000"/>
              </a:lnSpc>
            </a:pPr>
            <a:r>
              <a:rPr b="1" lang="en-IN" sz="2600" spc="-1" strike="noStrike">
                <a:solidFill>
                  <a:srgbClr val="1c1c1c"/>
                </a:solidFill>
                <a:latin typeface="Times New Roman"/>
                <a:ea typeface="DejaVu Sans"/>
              </a:rPr>
              <a:t>#include&lt;stdio.h&gt;</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int main()</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int x = 10;</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if(x &lt; 20)</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printf("x is smaller than 20\n");</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printf("Hello...\n");</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else</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printf("x is greater than 20\n");</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a:t>
            </a:r>
            <a:endParaRPr b="0" lang="en-IN" sz="2600" spc="-1" strike="noStrike">
              <a:latin typeface="Arial"/>
            </a:endParaRPr>
          </a:p>
        </p:txBody>
      </p:sp>
    </p:spTree>
  </p:cSld>
  <p:timing>
    <p:tnLst>
      <p:par>
        <p:cTn id="27" dur="indefinite" restart="never" nodeType="tmRoot">
          <p:childTnLst>
            <p:seq>
              <p:cTn id="28" dur="indefinite" nodeType="mainSeq"/>
              <p:prevCondLst>
                <p:cond delay="0" evt="onPrev">
                  <p:tgtEl>
                    <p:sldTgt/>
                  </p:tgtEl>
                </p:cond>
              </p:prevCondLst>
              <p:nextCondLst>
                <p:cond delay="0"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CustomShape 1"/>
          <p:cNvSpPr/>
          <p:nvPr/>
        </p:nvSpPr>
        <p:spPr>
          <a:xfrm>
            <a:off x="359640" y="359640"/>
            <a:ext cx="9348120" cy="891360"/>
          </a:xfrm>
          <a:prstGeom prst="rect">
            <a:avLst/>
          </a:prstGeom>
          <a:noFill/>
          <a:ln>
            <a:noFill/>
          </a:ln>
        </p:spPr>
        <p:style>
          <a:lnRef idx="0"/>
          <a:fillRef idx="0"/>
          <a:effectRef idx="0"/>
          <a:fontRef idx="minor"/>
        </p:style>
        <p:txBody>
          <a:bodyPr lIns="0" rIns="0" tIns="0" bIns="0" anchor="b"/>
          <a:p>
            <a:pPr>
              <a:lnSpc>
                <a:spcPct val="100000"/>
              </a:lnSpc>
            </a:pPr>
            <a:r>
              <a:rPr b="1" lang="en-IN" sz="3010" spc="-1" strike="noStrike">
                <a:solidFill>
                  <a:srgbClr val="ffffff"/>
                </a:solidFill>
                <a:latin typeface="Source Sans Pro Black"/>
                <a:ea typeface="DejaVu Sans"/>
              </a:rPr>
              <a:t> </a:t>
            </a:r>
            <a:r>
              <a:rPr b="1" lang="en-IN" sz="3010" spc="-1" strike="noStrike">
                <a:solidFill>
                  <a:srgbClr val="ffffff"/>
                </a:solidFill>
                <a:latin typeface="Times New Roman"/>
                <a:ea typeface="DejaVu Sans"/>
              </a:rPr>
              <a:t>If condition with  semicolon (;) </a:t>
            </a:r>
            <a:endParaRPr b="0" lang="en-IN" sz="3010" spc="-1" strike="noStrike">
              <a:latin typeface="Arial"/>
            </a:endParaRPr>
          </a:p>
        </p:txBody>
      </p:sp>
      <p:sp>
        <p:nvSpPr>
          <p:cNvPr id="429" name="CustomShape 2"/>
          <p:cNvSpPr/>
          <p:nvPr/>
        </p:nvSpPr>
        <p:spPr>
          <a:xfrm>
            <a:off x="288000" y="1592640"/>
            <a:ext cx="5180400" cy="5387760"/>
          </a:xfrm>
          <a:prstGeom prst="rect">
            <a:avLst/>
          </a:prstGeom>
          <a:noFill/>
          <a:ln>
            <a:noFill/>
          </a:ln>
        </p:spPr>
        <p:style>
          <a:lnRef idx="0"/>
          <a:fillRef idx="0"/>
          <a:effectRef idx="0"/>
          <a:fontRef idx="minor"/>
        </p:style>
        <p:txBody>
          <a:bodyPr lIns="0" rIns="0" tIns="0" bIns="0">
            <a:normAutofit/>
          </a:bodyPr>
          <a:p>
            <a:pPr>
              <a:lnSpc>
                <a:spcPct val="100000"/>
              </a:lnSpc>
            </a:pPr>
            <a:r>
              <a:rPr b="0" lang="en-IN" sz="2600" spc="-1" strike="noStrike">
                <a:solidFill>
                  <a:srgbClr val="1c1c1c"/>
                </a:solidFill>
                <a:latin typeface="Times New Roman"/>
                <a:ea typeface="DejaVu Sans"/>
              </a:rPr>
              <a:t>#include&lt;stdio.h&gt;</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int main()</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int x = 10;</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if(x &lt; 20);</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printf("x is smaller than 20\n");</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printf("Hello...\n");</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else</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printf("x is greater than 20\n");</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1" lang="en-IN" sz="2600" spc="-1" strike="noStrike">
                <a:solidFill>
                  <a:srgbClr val="ce181e"/>
                </a:solidFill>
                <a:latin typeface="Times New Roman"/>
                <a:ea typeface="DejaVu Sans"/>
              </a:rPr>
              <a:t> </a:t>
            </a:r>
            <a:r>
              <a:rPr b="1" lang="en-IN" sz="2600" spc="-1" strike="noStrike">
                <a:solidFill>
                  <a:srgbClr val="ce181e"/>
                </a:solidFill>
                <a:latin typeface="Times New Roman"/>
                <a:ea typeface="DejaVu Sans"/>
              </a:rPr>
              <a:t>Output :</a:t>
            </a:r>
            <a:r>
              <a:rPr b="0" lang="en-IN" sz="2600" spc="-1" strike="noStrike">
                <a:solidFill>
                  <a:srgbClr val="1c1c1c"/>
                </a:solidFill>
                <a:latin typeface="Times New Roman"/>
                <a:ea typeface="DejaVu Sans"/>
              </a:rPr>
              <a:t> else part is not under if part</a:t>
            </a:r>
            <a:endParaRPr b="0" lang="en-IN" sz="2600" spc="-1" strike="noStrike">
              <a:latin typeface="Arial"/>
            </a:endParaRPr>
          </a:p>
        </p:txBody>
      </p:sp>
      <p:sp>
        <p:nvSpPr>
          <p:cNvPr id="430" name="CustomShape 3"/>
          <p:cNvSpPr/>
          <p:nvPr/>
        </p:nvSpPr>
        <p:spPr>
          <a:xfrm>
            <a:off x="4824000" y="1712160"/>
            <a:ext cx="5147280" cy="4476240"/>
          </a:xfrm>
          <a:prstGeom prst="rect">
            <a:avLst/>
          </a:prstGeom>
          <a:noFill/>
          <a:ln>
            <a:noFill/>
          </a:ln>
        </p:spPr>
        <p:style>
          <a:lnRef idx="0"/>
          <a:fillRef idx="0"/>
          <a:effectRef idx="0"/>
          <a:fontRef idx="minor"/>
        </p:style>
        <p:txBody>
          <a:bodyPr lIns="90000" rIns="90000" tIns="45000" bIns="45000"/>
          <a:p>
            <a:pPr>
              <a:lnSpc>
                <a:spcPct val="100000"/>
              </a:lnSpc>
            </a:pPr>
            <a:endParaRPr b="0" lang="en-IN" sz="18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512480"/>
                </a:solidFill>
                <a:latin typeface="Times New Roman"/>
                <a:ea typeface="DejaVu Sans"/>
              </a:rPr>
              <a:t>if(x &lt; 20)</a:t>
            </a:r>
            <a:endParaRPr b="0" lang="en-IN" sz="2600" spc="-1" strike="noStrike">
              <a:latin typeface="Arial"/>
            </a:endParaRPr>
          </a:p>
          <a:p>
            <a:pPr>
              <a:lnSpc>
                <a:spcPct val="100000"/>
              </a:lnSpc>
            </a:pPr>
            <a:r>
              <a:rPr b="0" lang="en-IN" sz="2600" spc="-1" strike="noStrike">
                <a:solidFill>
                  <a:srgbClr val="512480"/>
                </a:solidFill>
                <a:latin typeface="Times New Roman"/>
                <a:ea typeface="DejaVu Sans"/>
              </a:rPr>
              <a:t>    </a:t>
            </a:r>
            <a:r>
              <a:rPr b="0" lang="en-IN" sz="2600" spc="-1" strike="noStrike">
                <a:solidFill>
                  <a:srgbClr val="512480"/>
                </a:solidFill>
                <a:latin typeface="Times New Roman"/>
                <a:ea typeface="DejaVu Sans"/>
              </a:rPr>
              <a:t>;  //here ; is dummy statement</a:t>
            </a:r>
            <a:endParaRPr b="0" lang="en-IN" sz="2600" spc="-1" strike="noStrike">
              <a:latin typeface="Arial"/>
            </a:endParaRPr>
          </a:p>
          <a:p>
            <a:pPr>
              <a:lnSpc>
                <a:spcPct val="100000"/>
              </a:lnSpc>
            </a:pPr>
            <a:r>
              <a:rPr b="0" lang="en-IN" sz="2600" spc="-1" strike="noStrike">
                <a:solidFill>
                  <a:srgbClr val="512480"/>
                </a:solidFill>
                <a:latin typeface="Times New Roman"/>
                <a:ea typeface="DejaVu Sans"/>
              </a:rPr>
              <a:t>    </a:t>
            </a:r>
            <a:r>
              <a:rPr b="0" lang="en-IN" sz="2600" spc="-1" strike="noStrike">
                <a:solidFill>
                  <a:srgbClr val="512480"/>
                </a:solidFill>
                <a:latin typeface="Times New Roman"/>
                <a:ea typeface="DejaVu Sans"/>
              </a:rPr>
              <a:t>{</a:t>
            </a:r>
            <a:endParaRPr b="0" lang="en-IN" sz="2600" spc="-1" strike="noStrike">
              <a:latin typeface="Arial"/>
            </a:endParaRPr>
          </a:p>
          <a:p>
            <a:pPr>
              <a:lnSpc>
                <a:spcPct val="100000"/>
              </a:lnSpc>
            </a:pPr>
            <a:r>
              <a:rPr b="0" lang="en-IN" sz="2600" spc="-1" strike="noStrike">
                <a:solidFill>
                  <a:srgbClr val="512480"/>
                </a:solidFill>
                <a:latin typeface="Times New Roman"/>
                <a:ea typeface="DejaVu Sans"/>
              </a:rPr>
              <a:t>        </a:t>
            </a:r>
            <a:r>
              <a:rPr b="0" lang="en-IN" sz="2600" spc="-1" strike="noStrike">
                <a:solidFill>
                  <a:srgbClr val="512480"/>
                </a:solidFill>
                <a:latin typeface="Times New Roman"/>
                <a:ea typeface="DejaVu Sans"/>
              </a:rPr>
              <a:t>printf("x is smaller than 20\n");</a:t>
            </a:r>
            <a:endParaRPr b="0" lang="en-IN" sz="2600" spc="-1" strike="noStrike">
              <a:latin typeface="Arial"/>
            </a:endParaRPr>
          </a:p>
          <a:p>
            <a:pPr>
              <a:lnSpc>
                <a:spcPct val="100000"/>
              </a:lnSpc>
            </a:pPr>
            <a:r>
              <a:rPr b="0" lang="en-IN" sz="2600" spc="-1" strike="noStrike">
                <a:solidFill>
                  <a:srgbClr val="512480"/>
                </a:solidFill>
                <a:latin typeface="Times New Roman"/>
                <a:ea typeface="DejaVu Sans"/>
              </a:rPr>
              <a:t>        </a:t>
            </a:r>
            <a:r>
              <a:rPr b="0" lang="en-IN" sz="2600" spc="-1" strike="noStrike">
                <a:solidFill>
                  <a:srgbClr val="512480"/>
                </a:solidFill>
                <a:latin typeface="Times New Roman"/>
                <a:ea typeface="DejaVu Sans"/>
              </a:rPr>
              <a:t>printf("Hello...\n");</a:t>
            </a:r>
            <a:endParaRPr b="0" lang="en-IN" sz="2600" spc="-1" strike="noStrike">
              <a:latin typeface="Arial"/>
            </a:endParaRPr>
          </a:p>
          <a:p>
            <a:pPr>
              <a:lnSpc>
                <a:spcPct val="100000"/>
              </a:lnSpc>
            </a:pPr>
            <a:r>
              <a:rPr b="0" lang="en-IN" sz="2600" spc="-1" strike="noStrike">
                <a:solidFill>
                  <a:srgbClr val="512480"/>
                </a:solidFill>
                <a:latin typeface="Times New Roman"/>
                <a:ea typeface="DejaVu Sans"/>
              </a:rPr>
              <a:t>     </a:t>
            </a:r>
            <a:r>
              <a:rPr b="0" lang="en-IN" sz="2600" spc="-1" strike="noStrike">
                <a:solidFill>
                  <a:srgbClr val="512480"/>
                </a:solidFill>
                <a:latin typeface="Times New Roman"/>
                <a:ea typeface="DejaVu Sans"/>
              </a:rPr>
              <a:t>}</a:t>
            </a:r>
            <a:endParaRPr b="0" lang="en-IN" sz="2600" spc="-1" strike="noStrike">
              <a:latin typeface="Arial"/>
            </a:endParaRPr>
          </a:p>
          <a:p>
            <a:pPr>
              <a:lnSpc>
                <a:spcPct val="100000"/>
              </a:lnSpc>
            </a:pPr>
            <a:r>
              <a:rPr b="0" lang="en-IN" sz="2600" spc="-1" strike="noStrike">
                <a:solidFill>
                  <a:srgbClr val="512480"/>
                </a:solidFill>
                <a:latin typeface="Times New Roman"/>
                <a:ea typeface="DejaVu Sans"/>
              </a:rPr>
              <a:t>     </a:t>
            </a:r>
            <a:r>
              <a:rPr b="0" lang="en-IN" sz="2600" spc="-1" strike="noStrike">
                <a:solidFill>
                  <a:srgbClr val="512480"/>
                </a:solidFill>
                <a:latin typeface="Times New Roman"/>
                <a:ea typeface="DejaVu Sans"/>
              </a:rPr>
              <a:t>else</a:t>
            </a:r>
            <a:endParaRPr b="0" lang="en-IN" sz="2600" spc="-1" strike="noStrike">
              <a:latin typeface="Arial"/>
            </a:endParaRPr>
          </a:p>
          <a:p>
            <a:pPr>
              <a:lnSpc>
                <a:spcPct val="100000"/>
              </a:lnSpc>
            </a:pPr>
            <a:r>
              <a:rPr b="0" lang="en-IN" sz="2600" spc="-1" strike="noStrike">
                <a:solidFill>
                  <a:srgbClr val="512480"/>
                </a:solidFill>
                <a:latin typeface="Times New Roman"/>
                <a:ea typeface="DejaVu Sans"/>
              </a:rPr>
              <a:t>    </a:t>
            </a:r>
            <a:r>
              <a:rPr b="0" lang="en-IN" sz="2600" spc="-1" strike="noStrike">
                <a:solidFill>
                  <a:srgbClr val="512480"/>
                </a:solidFill>
                <a:latin typeface="Times New Roman"/>
                <a:ea typeface="DejaVu Sans"/>
              </a:rPr>
              <a:t>printf("x is greater than 20\n");</a:t>
            </a:r>
            <a:endParaRPr b="0" lang="en-IN" sz="2600" spc="-1" strike="noStrike">
              <a:latin typeface="Arial"/>
            </a:endParaRPr>
          </a:p>
          <a:p>
            <a:pPr>
              <a:lnSpc>
                <a:spcPct val="100000"/>
              </a:lnSpc>
            </a:pPr>
            <a:endParaRPr b="0" lang="en-IN" sz="2600" spc="-1" strike="noStrike">
              <a:latin typeface="Arial"/>
            </a:endParaRPr>
          </a:p>
        </p:txBody>
      </p:sp>
    </p:spTree>
  </p:cSld>
  <p:timing>
    <p:tnLst>
      <p:par>
        <p:cTn id="29" dur="indefinite" restart="never" nodeType="tmRoot">
          <p:childTnLst>
            <p:seq>
              <p:cTn id="30" dur="indefinite" nodeType="mainSeq"/>
              <p:prevCondLst>
                <p:cond delay="0" evt="onPrev">
                  <p:tgtEl>
                    <p:sldTgt/>
                  </p:tgtEl>
                </p:cond>
              </p:prevCondLst>
              <p:nextCondLst>
                <p:cond delay="0"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CustomShape 1"/>
          <p:cNvSpPr/>
          <p:nvPr/>
        </p:nvSpPr>
        <p:spPr>
          <a:xfrm>
            <a:off x="359640" y="359640"/>
            <a:ext cx="9348120" cy="891360"/>
          </a:xfrm>
          <a:prstGeom prst="rect">
            <a:avLst/>
          </a:prstGeom>
          <a:noFill/>
          <a:ln>
            <a:noFill/>
          </a:ln>
        </p:spPr>
        <p:style>
          <a:lnRef idx="0"/>
          <a:fillRef idx="0"/>
          <a:effectRef idx="0"/>
          <a:fontRef idx="minor"/>
        </p:style>
        <p:txBody>
          <a:bodyPr lIns="0" rIns="0" tIns="0" bIns="0" anchor="b"/>
          <a:p>
            <a:pPr>
              <a:lnSpc>
                <a:spcPct val="100000"/>
              </a:lnSpc>
            </a:pPr>
            <a:r>
              <a:rPr b="1" lang="en-IN" sz="3010" spc="-1" strike="noStrike">
                <a:solidFill>
                  <a:srgbClr val="ffffff"/>
                </a:solidFill>
                <a:latin typeface="Times New Roman"/>
                <a:ea typeface="DejaVu Sans"/>
              </a:rPr>
              <a:t>If condition with  multiple expressions </a:t>
            </a:r>
            <a:endParaRPr b="0" lang="en-IN" sz="3010" spc="-1" strike="noStrike">
              <a:latin typeface="Arial"/>
            </a:endParaRPr>
          </a:p>
        </p:txBody>
      </p:sp>
      <p:sp>
        <p:nvSpPr>
          <p:cNvPr id="432" name="CustomShape 2"/>
          <p:cNvSpPr/>
          <p:nvPr/>
        </p:nvSpPr>
        <p:spPr>
          <a:xfrm>
            <a:off x="359640" y="1463400"/>
            <a:ext cx="9500760" cy="5387760"/>
          </a:xfrm>
          <a:prstGeom prst="rect">
            <a:avLst/>
          </a:prstGeom>
          <a:noFill/>
          <a:ln>
            <a:noFill/>
          </a:ln>
        </p:spPr>
        <p:style>
          <a:lnRef idx="0"/>
          <a:fillRef idx="0"/>
          <a:effectRef idx="0"/>
          <a:fontRef idx="minor"/>
        </p:style>
        <p:txBody>
          <a:bodyPr lIns="0" rIns="0" tIns="0" bIns="0">
            <a:normAutofit/>
          </a:bodyPr>
          <a:p>
            <a:pPr>
              <a:lnSpc>
                <a:spcPct val="100000"/>
              </a:lnSpc>
            </a:pPr>
            <a:r>
              <a:rPr b="1" lang="en-IN" sz="2600" spc="-1" strike="noStrike">
                <a:solidFill>
                  <a:srgbClr val="1c1c1c"/>
                </a:solidFill>
                <a:latin typeface="Times New Roman"/>
                <a:ea typeface="DejaVu Sans"/>
              </a:rPr>
              <a:t>#include&lt;stdio.h&gt;</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int main()</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int x = 10;</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if(x &lt; 20, x != 10, x == 10)</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printf("x is smaller than 20\n");</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printf("Hello...\n");</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else</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printf("x is greater than 20\n");</a:t>
            </a:r>
            <a:endParaRPr b="0" lang="en-IN" sz="2600" spc="-1" strike="noStrike">
              <a:latin typeface="Arial"/>
            </a:endParaRPr>
          </a:p>
          <a:p>
            <a:pPr>
              <a:lnSpc>
                <a:spcPct val="100000"/>
              </a:lnSpc>
            </a:pPr>
            <a:r>
              <a:rPr b="1" lang="en-IN" sz="2600" spc="-1" strike="noStrike">
                <a:solidFill>
                  <a:srgbClr val="1c1c1c"/>
                </a:solidFill>
                <a:latin typeface="Times New Roman"/>
                <a:ea typeface="DejaVu Sans"/>
              </a:rPr>
              <a:t>}</a:t>
            </a:r>
            <a:endParaRPr b="0" lang="en-IN" sz="2600" spc="-1" strike="noStrike">
              <a:latin typeface="Arial"/>
            </a:endParaRPr>
          </a:p>
          <a:p>
            <a:pPr>
              <a:lnSpc>
                <a:spcPct val="100000"/>
              </a:lnSpc>
            </a:pPr>
            <a:r>
              <a:rPr b="1" lang="en-IN" sz="2600" spc="-1" strike="noStrike">
                <a:solidFill>
                  <a:srgbClr val="ce181e"/>
                </a:solidFill>
                <a:latin typeface="Times New Roman"/>
                <a:ea typeface="DejaVu Sans"/>
              </a:rPr>
              <a:t>Note :</a:t>
            </a:r>
            <a:r>
              <a:rPr b="1" lang="en-IN" sz="2600" spc="-1" strike="noStrike">
                <a:solidFill>
                  <a:srgbClr val="1c1c1c"/>
                </a:solidFill>
                <a:latin typeface="Times New Roman"/>
                <a:ea typeface="DejaVu Sans"/>
              </a:rPr>
              <a:t> Right most expression is the condition when multiple expressions are there in if condition.</a:t>
            </a:r>
            <a:endParaRPr b="0" lang="en-IN" sz="2600" spc="-1" strike="noStrike">
              <a:latin typeface="Arial"/>
            </a:endParaRPr>
          </a:p>
        </p:txBody>
      </p:sp>
    </p:spTree>
  </p:cSld>
  <p:timing>
    <p:tnLst>
      <p:par>
        <p:cTn id="31" dur="indefinite" restart="never" nodeType="tmRoot">
          <p:childTnLst>
            <p:seq>
              <p:cTn id="32" dur="indefinite" nodeType="mainSeq"/>
              <p:prevCondLst>
                <p:cond delay="0" evt="onPrev">
                  <p:tgtEl>
                    <p:sldTgt/>
                  </p:tgtEl>
                </p:cond>
              </p:prevCondLst>
              <p:nextCondLst>
                <p:cond delay="0"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3" name="CustomShape 1"/>
          <p:cNvSpPr/>
          <p:nvPr/>
        </p:nvSpPr>
        <p:spPr>
          <a:xfrm>
            <a:off x="359640" y="359640"/>
            <a:ext cx="9348120" cy="891360"/>
          </a:xfrm>
          <a:prstGeom prst="rect">
            <a:avLst/>
          </a:prstGeom>
          <a:noFill/>
          <a:ln>
            <a:noFill/>
          </a:ln>
        </p:spPr>
        <p:style>
          <a:lnRef idx="0"/>
          <a:fillRef idx="0"/>
          <a:effectRef idx="0"/>
          <a:fontRef idx="minor"/>
        </p:style>
        <p:txBody>
          <a:bodyPr lIns="0" rIns="0" tIns="0" bIns="0" anchor="b"/>
          <a:p>
            <a:pPr>
              <a:lnSpc>
                <a:spcPct val="100000"/>
              </a:lnSpc>
            </a:pPr>
            <a:r>
              <a:rPr b="1" lang="en-IN" sz="3010" spc="-1" strike="noStrike">
                <a:solidFill>
                  <a:srgbClr val="ffffff"/>
                </a:solidFill>
                <a:latin typeface="Times New Roman"/>
                <a:ea typeface="DejaVu Sans"/>
              </a:rPr>
              <a:t>Right most expression as condition in if part</a:t>
            </a:r>
            <a:endParaRPr b="0" lang="en-IN" sz="3010" spc="-1" strike="noStrike">
              <a:latin typeface="Arial"/>
            </a:endParaRPr>
          </a:p>
        </p:txBody>
      </p:sp>
      <p:sp>
        <p:nvSpPr>
          <p:cNvPr id="434" name="CustomShape 2"/>
          <p:cNvSpPr/>
          <p:nvPr/>
        </p:nvSpPr>
        <p:spPr>
          <a:xfrm>
            <a:off x="360000" y="1800000"/>
            <a:ext cx="9168120" cy="5296320"/>
          </a:xfrm>
          <a:prstGeom prst="rect">
            <a:avLst/>
          </a:prstGeom>
          <a:noFill/>
          <a:ln>
            <a:noFill/>
          </a:ln>
        </p:spPr>
        <p:style>
          <a:lnRef idx="0"/>
          <a:fillRef idx="0"/>
          <a:effectRef idx="0"/>
          <a:fontRef idx="minor"/>
        </p:style>
        <p:txBody>
          <a:bodyPr lIns="0" rIns="0" tIns="0" bIns="0">
            <a:normAutofit/>
          </a:bodyPr>
          <a:p>
            <a:pPr>
              <a:lnSpc>
                <a:spcPct val="100000"/>
              </a:lnSpc>
              <a:spcAft>
                <a:spcPts val="1140"/>
              </a:spcAft>
            </a:pPr>
            <a:r>
              <a:rPr b="1" lang="en-IN" sz="2600" spc="-1" strike="noStrike">
                <a:solidFill>
                  <a:srgbClr val="1c1c1c"/>
                </a:solidFill>
                <a:latin typeface="Times New Roman"/>
                <a:ea typeface="DejaVu Sans"/>
              </a:rPr>
              <a:t>#include&lt;stdio.h&gt;</a:t>
            </a:r>
            <a:endParaRPr b="0" lang="en-IN" sz="2600" spc="-1" strike="noStrike">
              <a:latin typeface="Arial"/>
            </a:endParaRPr>
          </a:p>
          <a:p>
            <a:pPr>
              <a:lnSpc>
                <a:spcPct val="100000"/>
              </a:lnSpc>
              <a:spcAft>
                <a:spcPts val="1140"/>
              </a:spcAft>
            </a:pPr>
            <a:r>
              <a:rPr b="1" lang="en-IN" sz="2600" spc="-1" strike="noStrike">
                <a:solidFill>
                  <a:srgbClr val="1c1c1c"/>
                </a:solidFill>
                <a:latin typeface="Times New Roman"/>
                <a:ea typeface="DejaVu Sans"/>
              </a:rPr>
              <a:t>int main()</a:t>
            </a:r>
            <a:endParaRPr b="0" lang="en-IN" sz="2600" spc="-1" strike="noStrike">
              <a:latin typeface="Arial"/>
            </a:endParaRPr>
          </a:p>
          <a:p>
            <a:pPr>
              <a:lnSpc>
                <a:spcPct val="100000"/>
              </a:lnSpc>
              <a:spcAft>
                <a:spcPts val="1140"/>
              </a:spcAft>
            </a:pPr>
            <a:r>
              <a:rPr b="1" lang="en-IN" sz="2600" spc="-1" strike="noStrike">
                <a:solidFill>
                  <a:srgbClr val="1c1c1c"/>
                </a:solidFill>
                <a:latin typeface="Times New Roman"/>
                <a:ea typeface="DejaVu Sans"/>
              </a:rPr>
              <a:t>{</a:t>
            </a:r>
            <a:endParaRPr b="0" lang="en-IN" sz="2600" spc="-1" strike="noStrike">
              <a:latin typeface="Arial"/>
            </a:endParaRPr>
          </a:p>
          <a:p>
            <a:pPr>
              <a:lnSpc>
                <a:spcPct val="100000"/>
              </a:lnSpc>
              <a:spcAft>
                <a:spcPts val="1140"/>
              </a:spcAft>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int i = 14;</a:t>
            </a:r>
            <a:endParaRPr b="0" lang="en-IN" sz="2600" spc="-1" strike="noStrike">
              <a:latin typeface="Arial"/>
            </a:endParaRPr>
          </a:p>
          <a:p>
            <a:pPr>
              <a:lnSpc>
                <a:spcPct val="100000"/>
              </a:lnSpc>
              <a:spcAft>
                <a:spcPts val="1140"/>
              </a:spcAft>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if(i &gt; 15, i &lt; 12, i++, i == 15)</a:t>
            </a:r>
            <a:endParaRPr b="0" lang="en-IN" sz="2600" spc="-1" strike="noStrike">
              <a:latin typeface="Arial"/>
            </a:endParaRPr>
          </a:p>
          <a:p>
            <a:pPr>
              <a:lnSpc>
                <a:spcPct val="100000"/>
              </a:lnSpc>
              <a:spcAft>
                <a:spcPts val="1140"/>
              </a:spcAft>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printf("if part is true...\n");</a:t>
            </a:r>
            <a:endParaRPr b="0" lang="en-IN" sz="2600" spc="-1" strike="noStrike">
              <a:latin typeface="Arial"/>
            </a:endParaRPr>
          </a:p>
          <a:p>
            <a:pPr>
              <a:lnSpc>
                <a:spcPct val="100000"/>
              </a:lnSpc>
              <a:spcAft>
                <a:spcPts val="1140"/>
              </a:spcAft>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else</a:t>
            </a:r>
            <a:endParaRPr b="0" lang="en-IN" sz="2600" spc="-1" strike="noStrike">
              <a:latin typeface="Arial"/>
            </a:endParaRPr>
          </a:p>
          <a:p>
            <a:pPr>
              <a:lnSpc>
                <a:spcPct val="100000"/>
              </a:lnSpc>
              <a:spcAft>
                <a:spcPts val="1140"/>
              </a:spcAft>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printf("else part...\n");</a:t>
            </a:r>
            <a:endParaRPr b="0" lang="en-IN" sz="2600" spc="-1" strike="noStrike">
              <a:latin typeface="Arial"/>
            </a:endParaRPr>
          </a:p>
          <a:p>
            <a:pPr>
              <a:lnSpc>
                <a:spcPct val="100000"/>
              </a:lnSpc>
              <a:spcAft>
                <a:spcPts val="1140"/>
              </a:spcAft>
            </a:pPr>
            <a:r>
              <a:rPr b="1" lang="en-IN" sz="2600" spc="-1" strike="noStrike">
                <a:solidFill>
                  <a:srgbClr val="1c1c1c"/>
                </a:solidFill>
                <a:latin typeface="Times New Roman"/>
                <a:ea typeface="DejaVu Sans"/>
              </a:rPr>
              <a:t>}</a:t>
            </a:r>
            <a:endParaRPr b="0" lang="en-IN" sz="2600" spc="-1" strike="noStrike">
              <a:latin typeface="Arial"/>
            </a:endParaRPr>
          </a:p>
        </p:txBody>
      </p:sp>
    </p:spTree>
  </p:cSld>
  <p:timing>
    <p:tnLst>
      <p:par>
        <p:cTn id="33" dur="indefinite" restart="never" nodeType="tmRoot">
          <p:childTnLst>
            <p:seq>
              <p:cTn id="34" dur="indefinite" nodeType="mainSeq"/>
              <p:prevCondLst>
                <p:cond delay="0" evt="onPrev">
                  <p:tgtEl>
                    <p:sldTgt/>
                  </p:tgtEl>
                </p:cond>
              </p:prevCondLst>
              <p:nextCondLst>
                <p:cond delay="0"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CustomShape 1"/>
          <p:cNvSpPr/>
          <p:nvPr/>
        </p:nvSpPr>
        <p:spPr>
          <a:xfrm>
            <a:off x="359640" y="359640"/>
            <a:ext cx="9348120" cy="891360"/>
          </a:xfrm>
          <a:prstGeom prst="rect">
            <a:avLst/>
          </a:prstGeom>
          <a:noFill/>
          <a:ln>
            <a:noFill/>
          </a:ln>
        </p:spPr>
        <p:style>
          <a:lnRef idx="0"/>
          <a:fillRef idx="0"/>
          <a:effectRef idx="0"/>
          <a:fontRef idx="minor"/>
        </p:style>
        <p:txBody>
          <a:bodyPr lIns="0" rIns="0" tIns="0" bIns="0" anchor="b"/>
          <a:p>
            <a:pPr>
              <a:lnSpc>
                <a:spcPct val="100000"/>
              </a:lnSpc>
            </a:pPr>
            <a:r>
              <a:rPr b="1" lang="en-IN" sz="3010" spc="-1" strike="noStrike">
                <a:solidFill>
                  <a:srgbClr val="ffffff"/>
                </a:solidFill>
                <a:latin typeface="Times New Roman"/>
                <a:ea typeface="DejaVu Sans"/>
              </a:rPr>
              <a:t>Right most expression as condition in if part</a:t>
            </a:r>
            <a:endParaRPr b="0" lang="en-IN" sz="3010" spc="-1" strike="noStrike">
              <a:latin typeface="Arial"/>
            </a:endParaRPr>
          </a:p>
        </p:txBody>
      </p:sp>
      <p:sp>
        <p:nvSpPr>
          <p:cNvPr id="436" name="CustomShape 2"/>
          <p:cNvSpPr/>
          <p:nvPr/>
        </p:nvSpPr>
        <p:spPr>
          <a:xfrm>
            <a:off x="404280" y="1847520"/>
            <a:ext cx="9168120" cy="5132880"/>
          </a:xfrm>
          <a:prstGeom prst="rect">
            <a:avLst/>
          </a:prstGeom>
          <a:noFill/>
          <a:ln>
            <a:noFill/>
          </a:ln>
        </p:spPr>
        <p:style>
          <a:lnRef idx="0"/>
          <a:fillRef idx="0"/>
          <a:effectRef idx="0"/>
          <a:fontRef idx="minor"/>
        </p:style>
        <p:txBody>
          <a:bodyPr lIns="0" rIns="0" tIns="0" bIns="0">
            <a:normAutofit/>
          </a:bodyPr>
          <a:p>
            <a:pPr>
              <a:lnSpc>
                <a:spcPct val="100000"/>
              </a:lnSpc>
              <a:spcAft>
                <a:spcPts val="1134"/>
              </a:spcAft>
            </a:pPr>
            <a:r>
              <a:rPr b="1" lang="en-IN" sz="2600" spc="-1" strike="noStrike">
                <a:solidFill>
                  <a:srgbClr val="1c1c1c"/>
                </a:solidFill>
                <a:latin typeface="Times New Roman"/>
                <a:ea typeface="DejaVu Sans"/>
              </a:rPr>
              <a:t>#include&lt;stdio.h&gt;</a:t>
            </a:r>
            <a:endParaRPr b="0" lang="en-IN" sz="2600" spc="-1" strike="noStrike">
              <a:latin typeface="Arial"/>
            </a:endParaRPr>
          </a:p>
          <a:p>
            <a:pPr>
              <a:lnSpc>
                <a:spcPct val="100000"/>
              </a:lnSpc>
              <a:spcAft>
                <a:spcPts val="1134"/>
              </a:spcAft>
            </a:pPr>
            <a:r>
              <a:rPr b="1" lang="en-IN" sz="2600" spc="-1" strike="noStrike">
                <a:solidFill>
                  <a:srgbClr val="1c1c1c"/>
                </a:solidFill>
                <a:latin typeface="Times New Roman"/>
                <a:ea typeface="DejaVu Sans"/>
              </a:rPr>
              <a:t>int main()</a:t>
            </a:r>
            <a:endParaRPr b="0" lang="en-IN" sz="2600" spc="-1" strike="noStrike">
              <a:latin typeface="Arial"/>
            </a:endParaRPr>
          </a:p>
          <a:p>
            <a:pPr>
              <a:lnSpc>
                <a:spcPct val="100000"/>
              </a:lnSpc>
              <a:spcAft>
                <a:spcPts val="1134"/>
              </a:spcAft>
            </a:pPr>
            <a:r>
              <a:rPr b="1" lang="en-IN" sz="2600" spc="-1" strike="noStrike">
                <a:solidFill>
                  <a:srgbClr val="1c1c1c"/>
                </a:solidFill>
                <a:latin typeface="Times New Roman"/>
                <a:ea typeface="DejaVu Sans"/>
              </a:rPr>
              <a:t>{</a:t>
            </a:r>
            <a:endParaRPr b="0" lang="en-IN" sz="2600" spc="-1" strike="noStrike">
              <a:latin typeface="Arial"/>
            </a:endParaRPr>
          </a:p>
          <a:p>
            <a:pPr>
              <a:lnSpc>
                <a:spcPct val="100000"/>
              </a:lnSpc>
              <a:spcAft>
                <a:spcPts val="1134"/>
              </a:spcAft>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int i = 14;</a:t>
            </a:r>
            <a:endParaRPr b="0" lang="en-IN" sz="2600" spc="-1" strike="noStrike">
              <a:latin typeface="Arial"/>
            </a:endParaRPr>
          </a:p>
          <a:p>
            <a:pPr>
              <a:lnSpc>
                <a:spcPct val="100000"/>
              </a:lnSpc>
              <a:spcAft>
                <a:spcPts val="1134"/>
              </a:spcAft>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if(i &lt; 15, i &lt; 20, i++, i == 14)</a:t>
            </a:r>
            <a:endParaRPr b="0" lang="en-IN" sz="2600" spc="-1" strike="noStrike">
              <a:latin typeface="Arial"/>
            </a:endParaRPr>
          </a:p>
          <a:p>
            <a:pPr>
              <a:lnSpc>
                <a:spcPct val="100000"/>
              </a:lnSpc>
              <a:spcAft>
                <a:spcPts val="1134"/>
              </a:spcAft>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printf("if part is true...\n");</a:t>
            </a:r>
            <a:endParaRPr b="0" lang="en-IN" sz="2600" spc="-1" strike="noStrike">
              <a:latin typeface="Arial"/>
            </a:endParaRPr>
          </a:p>
          <a:p>
            <a:pPr>
              <a:lnSpc>
                <a:spcPct val="100000"/>
              </a:lnSpc>
              <a:spcAft>
                <a:spcPts val="1134"/>
              </a:spcAft>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else</a:t>
            </a:r>
            <a:endParaRPr b="0" lang="en-IN" sz="2600" spc="-1" strike="noStrike">
              <a:latin typeface="Arial"/>
            </a:endParaRPr>
          </a:p>
          <a:p>
            <a:pPr>
              <a:lnSpc>
                <a:spcPct val="100000"/>
              </a:lnSpc>
              <a:spcAft>
                <a:spcPts val="1134"/>
              </a:spcAft>
            </a:pPr>
            <a:r>
              <a:rPr b="1" lang="en-IN" sz="2600" spc="-1" strike="noStrike">
                <a:solidFill>
                  <a:srgbClr val="1c1c1c"/>
                </a:solidFill>
                <a:latin typeface="Times New Roman"/>
                <a:ea typeface="DejaVu Sans"/>
              </a:rPr>
              <a:t>        </a:t>
            </a:r>
            <a:r>
              <a:rPr b="1" lang="en-IN" sz="2600" spc="-1" strike="noStrike">
                <a:solidFill>
                  <a:srgbClr val="1c1c1c"/>
                </a:solidFill>
                <a:latin typeface="Times New Roman"/>
                <a:ea typeface="DejaVu Sans"/>
              </a:rPr>
              <a:t>printf("else part...\n");</a:t>
            </a:r>
            <a:endParaRPr b="0" lang="en-IN" sz="2600" spc="-1" strike="noStrike">
              <a:latin typeface="Arial"/>
            </a:endParaRPr>
          </a:p>
          <a:p>
            <a:pPr>
              <a:lnSpc>
                <a:spcPct val="100000"/>
              </a:lnSpc>
              <a:spcAft>
                <a:spcPts val="1134"/>
              </a:spcAft>
            </a:pPr>
            <a:r>
              <a:rPr b="1" lang="en-IN" sz="2600" spc="-1" strike="noStrike">
                <a:solidFill>
                  <a:srgbClr val="1c1c1c"/>
                </a:solidFill>
                <a:latin typeface="Times New Roman"/>
                <a:ea typeface="DejaVu Sans"/>
              </a:rPr>
              <a:t>}</a:t>
            </a:r>
            <a:endParaRPr b="0" lang="en-IN" sz="2600" spc="-1" strike="noStrike">
              <a:latin typeface="Arial"/>
            </a:endParaRPr>
          </a:p>
        </p:txBody>
      </p:sp>
    </p:spTree>
  </p:cSld>
  <p:timing>
    <p:tnLst>
      <p:par>
        <p:cTn id="35" dur="indefinite" restart="never" nodeType="tmRoot">
          <p:childTnLst>
            <p:seq>
              <p:cTn id="36" dur="indefinite" nodeType="mainSeq"/>
              <p:prevCondLst>
                <p:cond delay="0" evt="onPrev">
                  <p:tgtEl>
                    <p:sldTgt/>
                  </p:tgtEl>
                </p:cond>
              </p:prevCondLst>
              <p:nextCondLst>
                <p:cond delay="0"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CustomShape 1"/>
          <p:cNvSpPr/>
          <p:nvPr/>
        </p:nvSpPr>
        <p:spPr>
          <a:xfrm>
            <a:off x="548280" y="752760"/>
            <a:ext cx="9054000" cy="333720"/>
          </a:xfrm>
          <a:prstGeom prst="rect">
            <a:avLst/>
          </a:prstGeom>
          <a:noFill/>
          <a:ln>
            <a:noFill/>
          </a:ln>
        </p:spPr>
        <p:style>
          <a:lnRef idx="0"/>
          <a:fillRef idx="0"/>
          <a:effectRef idx="0"/>
          <a:fontRef idx="minor"/>
        </p:style>
        <p:txBody>
          <a:bodyPr lIns="0" rIns="0" tIns="39240" bIns="0" anchor="ctr"/>
          <a:p>
            <a:pPr>
              <a:lnSpc>
                <a:spcPct val="93000"/>
              </a:lnSpc>
            </a:pPr>
            <a:r>
              <a:rPr b="1" lang="en-IN" sz="4000" spc="-1" strike="noStrike">
                <a:solidFill>
                  <a:srgbClr val="ffffff"/>
                </a:solidFill>
                <a:latin typeface="Arial"/>
                <a:ea typeface="Droid Sans Fallback"/>
              </a:rPr>
              <a:t>Nested-if condition</a:t>
            </a:r>
            <a:r>
              <a:rPr b="1" lang="en-IN" sz="4000" spc="-1" strike="noStrike">
                <a:solidFill>
                  <a:srgbClr val="000000"/>
                </a:solidFill>
                <a:latin typeface="Arial"/>
                <a:ea typeface="Droid Sans Fallback"/>
              </a:rPr>
              <a:t>	</a:t>
            </a:r>
            <a:endParaRPr b="0" lang="en-IN" sz="4000" spc="-1" strike="noStrike">
              <a:latin typeface="Arial"/>
            </a:endParaRPr>
          </a:p>
        </p:txBody>
      </p:sp>
      <p:sp>
        <p:nvSpPr>
          <p:cNvPr id="438" name="CustomShape 2"/>
          <p:cNvSpPr/>
          <p:nvPr/>
        </p:nvSpPr>
        <p:spPr>
          <a:xfrm>
            <a:off x="432000" y="1512000"/>
            <a:ext cx="9054000" cy="5756400"/>
          </a:xfrm>
          <a:prstGeom prst="rect">
            <a:avLst/>
          </a:prstGeom>
          <a:noFill/>
          <a:ln>
            <a:noFill/>
          </a:ln>
        </p:spPr>
        <p:style>
          <a:lnRef idx="0"/>
          <a:fillRef idx="0"/>
          <a:effectRef idx="0"/>
          <a:fontRef idx="minor"/>
        </p:style>
        <p:txBody>
          <a:bodyPr lIns="0" rIns="0" tIns="19440" bIns="0" anchor="ctr"/>
          <a:p>
            <a:pPr>
              <a:lnSpc>
                <a:spcPct val="100000"/>
              </a:lnSpc>
            </a:pP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r>
              <a:rPr b="0" lang="en-IN" sz="3200" spc="-1" strike="noStrike">
                <a:solidFill>
                  <a:srgbClr val="000000"/>
                </a:solidFill>
                <a:latin typeface="Arial"/>
                <a:ea typeface="Droid Sans Fallback"/>
              </a:rPr>
              <a:t>       </a:t>
            </a:r>
            <a:r>
              <a:rPr b="0" lang="en-IN" sz="2400" spc="-1" strike="noStrike">
                <a:solidFill>
                  <a:srgbClr val="000000"/>
                </a:solidFill>
                <a:latin typeface="Times New Roman"/>
                <a:ea typeface="Droid Sans Fallback"/>
              </a:rPr>
              <a:t>if(test_expression one)</a:t>
            </a:r>
            <a:endParaRPr b="0" lang="en-IN" sz="2400" spc="-1" strike="noStrike">
              <a:latin typeface="Arial"/>
            </a:endParaRPr>
          </a:p>
          <a:p>
            <a:pPr algn="just">
              <a:lnSpc>
                <a:spcPct val="93000"/>
              </a:lnSpc>
            </a:pP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a:t>
            </a:r>
            <a:endParaRPr b="0" lang="en-IN" sz="2400" spc="-1" strike="noStrike">
              <a:latin typeface="Arial"/>
            </a:endParaRPr>
          </a:p>
          <a:p>
            <a:pPr algn="just">
              <a:lnSpc>
                <a:spcPct val="93000"/>
              </a:lnSpc>
            </a:pP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if(test_expression two) </a:t>
            </a:r>
            <a:endParaRPr b="0" lang="en-IN" sz="2400" spc="-1" strike="noStrike">
              <a:latin typeface="Arial"/>
            </a:endParaRPr>
          </a:p>
          <a:p>
            <a:pPr algn="just">
              <a:lnSpc>
                <a:spcPct val="93000"/>
              </a:lnSpc>
            </a:pP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a:t>
            </a:r>
            <a:endParaRPr b="0" lang="en-IN" sz="2400" spc="-1" strike="noStrike">
              <a:latin typeface="Arial"/>
            </a:endParaRPr>
          </a:p>
          <a:p>
            <a:pPr algn="just">
              <a:lnSpc>
                <a:spcPct val="93000"/>
              </a:lnSpc>
            </a:pP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//Statement block Executes </a:t>
            </a:r>
            <a:endParaRPr b="0" lang="en-IN" sz="2400" spc="-1" strike="noStrike">
              <a:latin typeface="Arial"/>
            </a:endParaRPr>
          </a:p>
          <a:p>
            <a:pPr algn="just">
              <a:lnSpc>
                <a:spcPct val="93000"/>
              </a:lnSpc>
            </a:pP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a:t>
            </a:r>
            <a:endParaRPr b="0" lang="en-IN" sz="2400" spc="-1" strike="noStrike">
              <a:latin typeface="Arial"/>
            </a:endParaRPr>
          </a:p>
          <a:p>
            <a:pPr algn="just">
              <a:lnSpc>
                <a:spcPct val="93000"/>
              </a:lnSpc>
            </a:pP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a:t>
            </a:r>
            <a:endParaRPr b="0" lang="en-IN" sz="2400" spc="-1" strike="noStrike">
              <a:latin typeface="Arial"/>
            </a:endParaRPr>
          </a:p>
          <a:p>
            <a:pPr algn="just">
              <a:lnSpc>
                <a:spcPct val="93000"/>
              </a:lnSpc>
            </a:pP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else {</a:t>
            </a:r>
            <a:endParaRPr b="0" lang="en-IN" sz="2400" spc="-1" strike="noStrike">
              <a:latin typeface="Arial"/>
            </a:endParaRPr>
          </a:p>
          <a:p>
            <a:pPr algn="just">
              <a:lnSpc>
                <a:spcPct val="93000"/>
              </a:lnSpc>
            </a:pP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//stataments for else </a:t>
            </a:r>
            <a:endParaRPr b="0" lang="en-IN" sz="2400" spc="-1" strike="noStrike">
              <a:latin typeface="Arial"/>
            </a:endParaRPr>
          </a:p>
          <a:p>
            <a:pPr algn="just">
              <a:lnSpc>
                <a:spcPct val="93000"/>
              </a:lnSpc>
            </a:pP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a:t>
            </a:r>
            <a:endParaRPr b="0" lang="en-IN" sz="2400" spc="-1" strike="noStrike">
              <a:latin typeface="Arial"/>
            </a:endParaRPr>
          </a:p>
          <a:p>
            <a:pPr algn="just">
              <a:lnSpc>
                <a:spcPct val="93000"/>
              </a:lnSpc>
            </a:pPr>
            <a:r>
              <a:rPr b="1" lang="en-IN" sz="2400" spc="-1" strike="noStrike">
                <a:solidFill>
                  <a:srgbClr val="ff3333"/>
                </a:solidFill>
                <a:latin typeface="Times New Roman"/>
                <a:ea typeface="Droid Sans Fallback"/>
              </a:rPr>
              <a:t>Description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Nested if else statements play an important role in C programming, it means you can use conditional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statements inside another conditional statement.</a:t>
            </a:r>
            <a:endParaRPr b="0" lang="en-IN" sz="2400" spc="-1" strike="noStrike">
              <a:latin typeface="Arial"/>
            </a:endParaRPr>
          </a:p>
          <a:p>
            <a:pPr algn="just">
              <a:lnSpc>
                <a:spcPct val="93000"/>
              </a:lnSpc>
            </a:pPr>
            <a:endParaRPr b="0" lang="en-IN" sz="2400" spc="-1" strike="noStrike">
              <a:latin typeface="Arial"/>
            </a:endParaRPr>
          </a:p>
          <a:p>
            <a:pPr algn="just">
              <a:lnSpc>
                <a:spcPct val="93000"/>
              </a:lnSpc>
            </a:pPr>
            <a:endParaRPr b="0" lang="en-IN" sz="2400" spc="-1" strike="noStrike">
              <a:latin typeface="Arial"/>
            </a:endParaRPr>
          </a:p>
          <a:p>
            <a:pPr algn="just">
              <a:lnSpc>
                <a:spcPct val="93000"/>
              </a:lnSpc>
            </a:pPr>
            <a:endParaRPr b="0" lang="en-IN" sz="2400" spc="-1" strike="noStrike">
              <a:latin typeface="Arial"/>
            </a:endParaRPr>
          </a:p>
          <a:p>
            <a:pPr algn="just">
              <a:lnSpc>
                <a:spcPct val="93000"/>
              </a:lnSpc>
            </a:pPr>
            <a:endParaRPr b="0" lang="en-IN" sz="2400" spc="-1" strike="noStrike">
              <a:latin typeface="Arial"/>
            </a:endParaRPr>
          </a:p>
          <a:p>
            <a:pPr algn="just">
              <a:lnSpc>
                <a:spcPct val="93000"/>
              </a:lnSpc>
            </a:pP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p:txBody>
      </p:sp>
    </p:spTree>
  </p:cSld>
  <p:timing>
    <p:tnLst>
      <p:par>
        <p:cTn id="37" dur="indefinite" restart="never" nodeType="tmRoot">
          <p:childTnLst>
            <p:seq>
              <p:cTn id="38" dur="indefinite" nodeType="mainSeq"/>
              <p:prevCondLst>
                <p:cond delay="0" evt="onPrev">
                  <p:tgtEl>
                    <p:sldTgt/>
                  </p:tgtEl>
                </p:cond>
              </p:prevCondLst>
              <p:nextCondLst>
                <p:cond delay="0"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9" name="CustomShape 1"/>
          <p:cNvSpPr/>
          <p:nvPr/>
        </p:nvSpPr>
        <p:spPr>
          <a:xfrm>
            <a:off x="502920" y="301680"/>
            <a:ext cx="9054000" cy="1249200"/>
          </a:xfrm>
          <a:prstGeom prst="rect">
            <a:avLst/>
          </a:prstGeom>
          <a:noFill/>
          <a:ln>
            <a:noFill/>
          </a:ln>
        </p:spPr>
        <p:style>
          <a:lnRef idx="0"/>
          <a:fillRef idx="0"/>
          <a:effectRef idx="0"/>
          <a:fontRef idx="minor"/>
        </p:style>
        <p:txBody>
          <a:bodyPr lIns="0" rIns="0" tIns="39240" bIns="0" anchor="ctr"/>
          <a:p>
            <a:pPr>
              <a:lnSpc>
                <a:spcPct val="93000"/>
              </a:lnSpc>
            </a:pPr>
            <a:r>
              <a:rPr b="0" lang="en-IN" sz="4400" spc="-1" strike="noStrike">
                <a:solidFill>
                  <a:srgbClr val="ffffff"/>
                </a:solidFill>
                <a:latin typeface="Arial"/>
                <a:ea typeface="Droid Sans Fallback"/>
              </a:rPr>
              <a:t>Nested-if condition</a:t>
            </a:r>
            <a:r>
              <a:rPr b="0" lang="en-IN" sz="4400" spc="-1" strike="noStrike">
                <a:solidFill>
                  <a:srgbClr val="000000"/>
                </a:solidFill>
                <a:latin typeface="Arial"/>
                <a:ea typeface="Droid Sans Fallback"/>
              </a:rPr>
              <a:t>	</a:t>
            </a:r>
            <a:endParaRPr b="0" lang="en-IN" sz="4400" spc="-1" strike="noStrike">
              <a:latin typeface="Arial"/>
            </a:endParaRPr>
          </a:p>
        </p:txBody>
      </p:sp>
      <p:sp>
        <p:nvSpPr>
          <p:cNvPr id="440" name="CustomShape 2"/>
          <p:cNvSpPr/>
          <p:nvPr/>
        </p:nvSpPr>
        <p:spPr>
          <a:xfrm>
            <a:off x="502920" y="279360"/>
            <a:ext cx="9054000" cy="7353720"/>
          </a:xfrm>
          <a:prstGeom prst="rect">
            <a:avLst/>
          </a:prstGeom>
          <a:noFill/>
          <a:ln>
            <a:noFill/>
          </a:ln>
        </p:spPr>
        <p:style>
          <a:lnRef idx="0"/>
          <a:fillRef idx="0"/>
          <a:effectRef idx="0"/>
          <a:fontRef idx="minor"/>
        </p:style>
        <p:txBody>
          <a:bodyPr lIns="0" rIns="0" tIns="19440" bIns="0" anchor="ctr"/>
          <a:p>
            <a:pPr algn="just">
              <a:lnSpc>
                <a:spcPct val="93000"/>
              </a:lnSpc>
            </a:pPr>
            <a:r>
              <a:rPr b="1" lang="en-IN" sz="2200" spc="-1" strike="noStrike">
                <a:solidFill>
                  <a:srgbClr val="ce181e"/>
                </a:solidFill>
                <a:latin typeface="Arial"/>
                <a:ea typeface="Droid Sans Fallback"/>
              </a:rPr>
              <a:t>Example :</a:t>
            </a: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p:txBody>
      </p:sp>
      <p:sp>
        <p:nvSpPr>
          <p:cNvPr id="441" name="CustomShape 3"/>
          <p:cNvSpPr/>
          <p:nvPr/>
        </p:nvSpPr>
        <p:spPr>
          <a:xfrm>
            <a:off x="1656000" y="1373760"/>
            <a:ext cx="6858000" cy="5390640"/>
          </a:xfrm>
          <a:prstGeom prst="rect">
            <a:avLst/>
          </a:prstGeom>
          <a:noFill/>
          <a:ln>
            <a:noFill/>
          </a:ln>
        </p:spPr>
        <p:style>
          <a:lnRef idx="0"/>
          <a:fillRef idx="0"/>
          <a:effectRef idx="0"/>
          <a:fontRef idx="minor"/>
        </p:style>
        <p:txBody>
          <a:bodyPr lIns="90000" rIns="90000" tIns="64440" bIns="45000"/>
          <a:p>
            <a:pPr>
              <a:lnSpc>
                <a:spcPct val="93000"/>
              </a:lnSpc>
            </a:pPr>
            <a:r>
              <a:rPr b="0" lang="en-IN" sz="2200" spc="-1" strike="noStrike">
                <a:solidFill>
                  <a:srgbClr val="000000"/>
                </a:solidFill>
                <a:latin typeface="Arial"/>
                <a:ea typeface="Courier New"/>
              </a:rPr>
              <a:t>    </a:t>
            </a:r>
            <a:r>
              <a:rPr b="0" lang="en-IN" sz="2600" spc="-1" strike="noStrike">
                <a:solidFill>
                  <a:srgbClr val="000000"/>
                </a:solidFill>
                <a:latin typeface="Times New Roman"/>
                <a:ea typeface="Courier New"/>
              </a:rPr>
              <a:t>#include&lt;stdido.h&gt;</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int main()</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int i = 10;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if (i == 10)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if (i &lt; 15)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printf("i is smaller than 15\n");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if (i &lt; 12)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printf("i is smaller than 12 too\n");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else</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printf("i is greater than 15");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endParaRPr b="0" lang="en-IN" sz="2600" spc="-1" strike="noStrike">
              <a:latin typeface="Arial"/>
            </a:endParaRPr>
          </a:p>
        </p:txBody>
      </p:sp>
      <p:sp>
        <p:nvSpPr>
          <p:cNvPr id="442" name="CustomShape 4"/>
          <p:cNvSpPr/>
          <p:nvPr/>
        </p:nvSpPr>
        <p:spPr>
          <a:xfrm>
            <a:off x="6696000" y="1840320"/>
            <a:ext cx="2731320" cy="1632960"/>
          </a:xfrm>
          <a:prstGeom prst="rect">
            <a:avLst/>
          </a:prstGeom>
          <a:noFill/>
          <a:ln>
            <a:noFill/>
          </a:ln>
        </p:spPr>
        <p:style>
          <a:lnRef idx="0"/>
          <a:fillRef idx="0"/>
          <a:effectRef idx="0"/>
          <a:fontRef idx="minor"/>
        </p:style>
        <p:txBody>
          <a:bodyPr lIns="90000" rIns="90000" tIns="45000" bIns="45000"/>
          <a:p>
            <a:pPr>
              <a:lnSpc>
                <a:spcPct val="100000"/>
              </a:lnSpc>
            </a:pPr>
            <a:r>
              <a:rPr b="1" lang="en-IN" sz="2200" spc="-1" strike="noStrike">
                <a:solidFill>
                  <a:srgbClr val="ce181e"/>
                </a:solidFill>
                <a:latin typeface="Times New Roman"/>
                <a:ea typeface="Courier New"/>
              </a:rPr>
              <a:t>Output :</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solidFill>
                  <a:srgbClr val="000000"/>
                </a:solidFill>
                <a:latin typeface="Times New Roman"/>
                <a:ea typeface="Courier New"/>
              </a:rPr>
              <a:t>i is smaller than 15</a:t>
            </a:r>
            <a:endParaRPr b="0" lang="en-IN" sz="2200" spc="-1" strike="noStrike">
              <a:latin typeface="Arial"/>
            </a:endParaRPr>
          </a:p>
          <a:p>
            <a:pPr>
              <a:lnSpc>
                <a:spcPct val="100000"/>
              </a:lnSpc>
            </a:pPr>
            <a:r>
              <a:rPr b="0" lang="en-IN" sz="2200" spc="-1" strike="noStrike">
                <a:solidFill>
                  <a:srgbClr val="000000"/>
                </a:solidFill>
                <a:latin typeface="Times New Roman"/>
                <a:ea typeface="Courier New"/>
              </a:rPr>
              <a:t>i is smaller than 12 too</a:t>
            </a:r>
            <a:endParaRPr b="0" lang="en-IN" sz="2200" spc="-1" strike="noStrike">
              <a:latin typeface="Arial"/>
            </a:endParaRPr>
          </a:p>
          <a:p>
            <a:pPr>
              <a:lnSpc>
                <a:spcPct val="100000"/>
              </a:lnSpc>
            </a:pPr>
            <a:r>
              <a:rPr b="0" lang="en-IN" sz="2200" spc="-1" strike="noStrike">
                <a:solidFill>
                  <a:srgbClr val="000000"/>
                </a:solidFill>
                <a:latin typeface="Times New Roman"/>
                <a:ea typeface="Courier New"/>
              </a:rPr>
              <a:t>     </a:t>
            </a:r>
            <a:endParaRPr b="0" lang="en-IN" sz="2200" spc="-1" strike="noStrike">
              <a:latin typeface="Arial"/>
            </a:endParaRPr>
          </a:p>
        </p:txBody>
      </p:sp>
    </p:spTree>
  </p:cSld>
  <p:timing>
    <p:tnLst>
      <p:par>
        <p:cTn id="39" dur="indefinite" restart="never" nodeType="tmRoot">
          <p:childTnLst>
            <p:seq>
              <p:cTn id="40" dur="indefinite" nodeType="mainSeq"/>
              <p:prevCondLst>
                <p:cond delay="0" evt="onPrev">
                  <p:tgtEl>
                    <p:sldTgt/>
                  </p:tgtEl>
                </p:cond>
              </p:prevCondLst>
              <p:nextCondLst>
                <p:cond delay="0"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CustomShape 1"/>
          <p:cNvSpPr/>
          <p:nvPr/>
        </p:nvSpPr>
        <p:spPr>
          <a:xfrm>
            <a:off x="502920" y="301680"/>
            <a:ext cx="9054000" cy="622080"/>
          </a:xfrm>
          <a:prstGeom prst="rect">
            <a:avLst/>
          </a:prstGeom>
          <a:noFill/>
          <a:ln>
            <a:noFill/>
          </a:ln>
        </p:spPr>
        <p:style>
          <a:lnRef idx="0"/>
          <a:fillRef idx="0"/>
          <a:effectRef idx="0"/>
          <a:fontRef idx="minor"/>
        </p:style>
        <p:txBody>
          <a:bodyPr lIns="0" rIns="0" tIns="28440" bIns="0" anchor="ctr"/>
          <a:p>
            <a:pPr>
              <a:lnSpc>
                <a:spcPct val="93000"/>
              </a:lnSpc>
            </a:pPr>
            <a:r>
              <a:rPr b="0" lang="en-IN" sz="4000" spc="-1" strike="noStrike">
                <a:solidFill>
                  <a:srgbClr val="ffffff"/>
                </a:solidFill>
                <a:latin typeface="Times New Roman"/>
                <a:ea typeface="Droid Sans Fallback"/>
              </a:rPr>
              <a:t>else-if ladder condition</a:t>
            </a:r>
            <a:r>
              <a:rPr b="0" lang="en-IN" sz="3200" spc="-1" strike="noStrike">
                <a:solidFill>
                  <a:srgbClr val="000000"/>
                </a:solidFill>
                <a:latin typeface="Arial"/>
                <a:ea typeface="Droid Sans Fallback"/>
              </a:rPr>
              <a:t>	</a:t>
            </a:r>
            <a:endParaRPr b="0" lang="en-IN" sz="3200" spc="-1" strike="noStrike">
              <a:latin typeface="Arial"/>
            </a:endParaRPr>
          </a:p>
        </p:txBody>
      </p:sp>
      <p:sp>
        <p:nvSpPr>
          <p:cNvPr id="444" name="CustomShape 2"/>
          <p:cNvSpPr/>
          <p:nvPr/>
        </p:nvSpPr>
        <p:spPr>
          <a:xfrm>
            <a:off x="86400" y="1440000"/>
            <a:ext cx="5742000" cy="5684400"/>
          </a:xfrm>
          <a:prstGeom prst="rect">
            <a:avLst/>
          </a:prstGeom>
          <a:noFill/>
          <a:ln>
            <a:noFill/>
          </a:ln>
        </p:spPr>
        <p:style>
          <a:lnRef idx="0"/>
          <a:fillRef idx="0"/>
          <a:effectRef idx="0"/>
          <a:fontRef idx="minor"/>
        </p:style>
        <p:txBody>
          <a:bodyPr lIns="0" rIns="0" tIns="19440" bIns="0" anchor="ctr"/>
          <a:p>
            <a:pPr>
              <a:lnSpc>
                <a:spcPct val="100000"/>
              </a:lnSpc>
            </a:pP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800" spc="-1" strike="noStrike">
                <a:solidFill>
                  <a:srgbClr val="000000"/>
                </a:solidFill>
                <a:latin typeface="Arial"/>
                <a:ea typeface="Droid Sans Fallback"/>
              </a:rPr>
              <a:t>	</a:t>
            </a:r>
            <a:r>
              <a:rPr b="1" lang="en-IN" sz="2800" spc="-1" strike="noStrike">
                <a:solidFill>
                  <a:srgbClr val="000000"/>
                </a:solidFill>
                <a:latin typeface="Times New Roman"/>
                <a:ea typeface="Droid Sans Fallback"/>
              </a:rPr>
              <a:t>i</a:t>
            </a:r>
            <a:r>
              <a:rPr b="1" lang="en-IN" sz="2600" spc="-1" strike="noStrike">
                <a:solidFill>
                  <a:srgbClr val="000000"/>
                </a:solidFill>
                <a:latin typeface="Times New Roman"/>
                <a:ea typeface="Droid Sans Fallback"/>
              </a:rPr>
              <a:t>f(test_expression)</a:t>
            </a:r>
            <a:endParaRPr b="0" lang="en-IN" sz="2600" spc="-1" strike="noStrike">
              <a:latin typeface="Arial"/>
            </a:endParaRPr>
          </a:p>
          <a:p>
            <a:pPr algn="just">
              <a:lnSpc>
                <a:spcPct val="93000"/>
              </a:lnSpc>
            </a:pPr>
            <a:r>
              <a:rPr b="1" lang="en-IN" sz="2600" spc="-1" strike="noStrike">
                <a:solidFill>
                  <a:srgbClr val="000000"/>
                </a:solidFill>
                <a:latin typeface="Times New Roman"/>
                <a:ea typeface="Droid Sans Fallback"/>
              </a:rPr>
              <a:t>	</a:t>
            </a:r>
            <a:r>
              <a:rPr b="1" lang="en-IN" sz="2600" spc="-1" strike="noStrike">
                <a:solidFill>
                  <a:srgbClr val="000000"/>
                </a:solidFill>
                <a:latin typeface="Times New Roman"/>
                <a:ea typeface="Droid Sans Fallback"/>
              </a:rPr>
              <a:t>	</a:t>
            </a:r>
            <a:r>
              <a:rPr b="1" lang="en-IN" sz="2600" spc="-1" strike="noStrike">
                <a:solidFill>
                  <a:srgbClr val="000000"/>
                </a:solidFill>
                <a:latin typeface="Times New Roman"/>
                <a:ea typeface="Droid Sans Fallback"/>
              </a:rPr>
              <a:t>{</a:t>
            </a:r>
            <a:endParaRPr b="0" lang="en-IN" sz="2600" spc="-1" strike="noStrike">
              <a:latin typeface="Arial"/>
            </a:endParaRPr>
          </a:p>
          <a:p>
            <a:pPr algn="just">
              <a:lnSpc>
                <a:spcPct val="93000"/>
              </a:lnSpc>
            </a:pPr>
            <a:r>
              <a:rPr b="1" lang="en-IN" sz="2600" spc="-1" strike="noStrike">
                <a:solidFill>
                  <a:srgbClr val="000000"/>
                </a:solidFill>
                <a:latin typeface="Times New Roman"/>
                <a:ea typeface="Droid Sans Fallback"/>
              </a:rPr>
              <a:t>	</a:t>
            </a:r>
            <a:r>
              <a:rPr b="1" lang="en-IN" sz="2600" spc="-1" strike="noStrike">
                <a:solidFill>
                  <a:srgbClr val="000000"/>
                </a:solidFill>
                <a:latin typeface="Times New Roman"/>
                <a:ea typeface="Droid Sans Fallback"/>
              </a:rPr>
              <a:t>	</a:t>
            </a:r>
            <a:r>
              <a:rPr b="1" lang="en-IN" sz="2600" spc="-1" strike="noStrike">
                <a:solidFill>
                  <a:srgbClr val="000000"/>
                </a:solidFill>
                <a:latin typeface="Times New Roman"/>
                <a:ea typeface="Droid Sans Fallback"/>
              </a:rPr>
              <a:t>   </a:t>
            </a:r>
            <a:r>
              <a:rPr b="1" lang="en-IN" sz="2600" spc="-1" strike="noStrike">
                <a:solidFill>
                  <a:srgbClr val="000000"/>
                </a:solidFill>
                <a:latin typeface="Times New Roman"/>
                <a:ea typeface="Droid Sans Fallback"/>
              </a:rPr>
              <a:t>//execute your code</a:t>
            </a:r>
            <a:endParaRPr b="0" lang="en-IN" sz="2600" spc="-1" strike="noStrike">
              <a:latin typeface="Arial"/>
            </a:endParaRPr>
          </a:p>
          <a:p>
            <a:pPr algn="just">
              <a:lnSpc>
                <a:spcPct val="93000"/>
              </a:lnSpc>
            </a:pPr>
            <a:r>
              <a:rPr b="1" lang="en-IN" sz="2600" spc="-1" strike="noStrike">
                <a:solidFill>
                  <a:srgbClr val="000000"/>
                </a:solidFill>
                <a:latin typeface="Times New Roman"/>
                <a:ea typeface="Droid Sans Fallback"/>
              </a:rPr>
              <a:t>	</a:t>
            </a:r>
            <a:r>
              <a:rPr b="1" lang="en-IN" sz="2600" spc="-1" strike="noStrike">
                <a:solidFill>
                  <a:srgbClr val="000000"/>
                </a:solidFill>
                <a:latin typeface="Times New Roman"/>
                <a:ea typeface="Droid Sans Fallback"/>
              </a:rPr>
              <a:t>	</a:t>
            </a:r>
            <a:r>
              <a:rPr b="1" lang="en-IN" sz="2600" spc="-1" strike="noStrike">
                <a:solidFill>
                  <a:srgbClr val="000000"/>
                </a:solidFill>
                <a:latin typeface="Times New Roman"/>
                <a:ea typeface="Droid Sans Fallback"/>
              </a:rPr>
              <a:t>}</a:t>
            </a:r>
            <a:endParaRPr b="0" lang="en-IN" sz="2600" spc="-1" strike="noStrike">
              <a:latin typeface="Arial"/>
            </a:endParaRPr>
          </a:p>
          <a:p>
            <a:pPr algn="just">
              <a:lnSpc>
                <a:spcPct val="93000"/>
              </a:lnSpc>
            </a:pPr>
            <a:r>
              <a:rPr b="1" lang="en-IN" sz="2600" spc="-1" strike="noStrike">
                <a:solidFill>
                  <a:srgbClr val="000000"/>
                </a:solidFill>
                <a:latin typeface="Times New Roman"/>
                <a:ea typeface="Droid Sans Fallback"/>
              </a:rPr>
              <a:t>	</a:t>
            </a:r>
            <a:r>
              <a:rPr b="1" lang="en-IN" sz="2600" spc="-1" strike="noStrike">
                <a:solidFill>
                  <a:srgbClr val="000000"/>
                </a:solidFill>
                <a:latin typeface="Times New Roman"/>
                <a:ea typeface="Droid Sans Fallback"/>
              </a:rPr>
              <a:t>	</a:t>
            </a:r>
            <a:r>
              <a:rPr b="1" lang="en-IN" sz="2600" spc="-1" strike="noStrike">
                <a:solidFill>
                  <a:srgbClr val="000000"/>
                </a:solidFill>
                <a:latin typeface="Times New Roman"/>
                <a:ea typeface="Droid Sans Fallback"/>
              </a:rPr>
              <a:t>else if(test_expression n)</a:t>
            </a:r>
            <a:endParaRPr b="0" lang="en-IN" sz="2600" spc="-1" strike="noStrike">
              <a:latin typeface="Arial"/>
            </a:endParaRPr>
          </a:p>
          <a:p>
            <a:pPr algn="just">
              <a:lnSpc>
                <a:spcPct val="93000"/>
              </a:lnSpc>
            </a:pPr>
            <a:r>
              <a:rPr b="1" lang="en-IN" sz="2600" spc="-1" strike="noStrike">
                <a:solidFill>
                  <a:srgbClr val="000000"/>
                </a:solidFill>
                <a:latin typeface="Times New Roman"/>
                <a:ea typeface="Droid Sans Fallback"/>
              </a:rPr>
              <a:t>	</a:t>
            </a:r>
            <a:r>
              <a:rPr b="1" lang="en-IN" sz="2600" spc="-1" strike="noStrike">
                <a:solidFill>
                  <a:srgbClr val="000000"/>
                </a:solidFill>
                <a:latin typeface="Times New Roman"/>
                <a:ea typeface="Droid Sans Fallback"/>
              </a:rPr>
              <a:t>	</a:t>
            </a:r>
            <a:r>
              <a:rPr b="1" lang="en-IN" sz="2600" spc="-1" strike="noStrike">
                <a:solidFill>
                  <a:srgbClr val="000000"/>
                </a:solidFill>
                <a:latin typeface="Times New Roman"/>
                <a:ea typeface="Droid Sans Fallback"/>
              </a:rPr>
              <a:t>{</a:t>
            </a:r>
            <a:endParaRPr b="0" lang="en-IN" sz="2600" spc="-1" strike="noStrike">
              <a:latin typeface="Arial"/>
            </a:endParaRPr>
          </a:p>
          <a:p>
            <a:pPr algn="just">
              <a:lnSpc>
                <a:spcPct val="93000"/>
              </a:lnSpc>
            </a:pPr>
            <a:r>
              <a:rPr b="1" lang="en-IN" sz="2600" spc="-1" strike="noStrike">
                <a:solidFill>
                  <a:srgbClr val="000000"/>
                </a:solidFill>
                <a:latin typeface="Times New Roman"/>
                <a:ea typeface="Droid Sans Fallback"/>
              </a:rPr>
              <a:t>	</a:t>
            </a:r>
            <a:r>
              <a:rPr b="1" lang="en-IN" sz="2600" spc="-1" strike="noStrike">
                <a:solidFill>
                  <a:srgbClr val="000000"/>
                </a:solidFill>
                <a:latin typeface="Times New Roman"/>
                <a:ea typeface="Droid Sans Fallback"/>
              </a:rPr>
              <a:t>	</a:t>
            </a:r>
            <a:r>
              <a:rPr b="1" lang="en-IN" sz="2600" spc="-1" strike="noStrike">
                <a:solidFill>
                  <a:srgbClr val="000000"/>
                </a:solidFill>
                <a:latin typeface="Times New Roman"/>
                <a:ea typeface="Droid Sans Fallback"/>
              </a:rPr>
              <a:t>   </a:t>
            </a:r>
            <a:r>
              <a:rPr b="1" lang="en-IN" sz="2600" spc="-1" strike="noStrike">
                <a:solidFill>
                  <a:srgbClr val="000000"/>
                </a:solidFill>
                <a:latin typeface="Times New Roman"/>
                <a:ea typeface="Droid Sans Fallback"/>
              </a:rPr>
              <a:t>//execute your code</a:t>
            </a:r>
            <a:endParaRPr b="0" lang="en-IN" sz="2600" spc="-1" strike="noStrike">
              <a:latin typeface="Arial"/>
            </a:endParaRPr>
          </a:p>
          <a:p>
            <a:pPr algn="just">
              <a:lnSpc>
                <a:spcPct val="93000"/>
              </a:lnSpc>
            </a:pPr>
            <a:r>
              <a:rPr b="1" lang="en-IN" sz="2600" spc="-1" strike="noStrike">
                <a:solidFill>
                  <a:srgbClr val="000000"/>
                </a:solidFill>
                <a:latin typeface="Times New Roman"/>
                <a:ea typeface="Droid Sans Fallback"/>
              </a:rPr>
              <a:t>	</a:t>
            </a:r>
            <a:r>
              <a:rPr b="1" lang="en-IN" sz="2600" spc="-1" strike="noStrike">
                <a:solidFill>
                  <a:srgbClr val="000000"/>
                </a:solidFill>
                <a:latin typeface="Times New Roman"/>
                <a:ea typeface="Droid Sans Fallback"/>
              </a:rPr>
              <a:t>	</a:t>
            </a:r>
            <a:r>
              <a:rPr b="1" lang="en-IN" sz="2600" spc="-1" strike="noStrike">
                <a:solidFill>
                  <a:srgbClr val="000000"/>
                </a:solidFill>
                <a:latin typeface="Times New Roman"/>
                <a:ea typeface="Droid Sans Fallback"/>
              </a:rPr>
              <a:t>}</a:t>
            </a:r>
            <a:endParaRPr b="0" lang="en-IN" sz="2600" spc="-1" strike="noStrike">
              <a:latin typeface="Arial"/>
            </a:endParaRPr>
          </a:p>
          <a:p>
            <a:pPr algn="just">
              <a:lnSpc>
                <a:spcPct val="93000"/>
              </a:lnSpc>
            </a:pPr>
            <a:r>
              <a:rPr b="1" lang="en-IN" sz="2600" spc="-1" strike="noStrike">
                <a:solidFill>
                  <a:srgbClr val="000000"/>
                </a:solidFill>
                <a:latin typeface="Times New Roman"/>
                <a:ea typeface="Droid Sans Fallback"/>
              </a:rPr>
              <a:t>	</a:t>
            </a:r>
            <a:r>
              <a:rPr b="1" lang="en-IN" sz="2600" spc="-1" strike="noStrike">
                <a:solidFill>
                  <a:srgbClr val="000000"/>
                </a:solidFill>
                <a:latin typeface="Times New Roman"/>
                <a:ea typeface="Droid Sans Fallback"/>
              </a:rPr>
              <a:t>	</a:t>
            </a:r>
            <a:r>
              <a:rPr b="1" lang="en-IN" sz="2600" spc="-1" strike="noStrike">
                <a:solidFill>
                  <a:srgbClr val="000000"/>
                </a:solidFill>
                <a:latin typeface="Times New Roman"/>
                <a:ea typeface="Droid Sans Fallback"/>
              </a:rPr>
              <a:t>else</a:t>
            </a:r>
            <a:endParaRPr b="0" lang="en-IN" sz="2600" spc="-1" strike="noStrike">
              <a:latin typeface="Arial"/>
            </a:endParaRPr>
          </a:p>
          <a:p>
            <a:pPr algn="just">
              <a:lnSpc>
                <a:spcPct val="93000"/>
              </a:lnSpc>
            </a:pPr>
            <a:r>
              <a:rPr b="1" lang="en-IN" sz="2600" spc="-1" strike="noStrike">
                <a:solidFill>
                  <a:srgbClr val="000000"/>
                </a:solidFill>
                <a:latin typeface="Times New Roman"/>
                <a:ea typeface="Droid Sans Fallback"/>
              </a:rPr>
              <a:t>	</a:t>
            </a:r>
            <a:r>
              <a:rPr b="1" lang="en-IN" sz="2600" spc="-1" strike="noStrike">
                <a:solidFill>
                  <a:srgbClr val="000000"/>
                </a:solidFill>
                <a:latin typeface="Times New Roman"/>
                <a:ea typeface="Droid Sans Fallback"/>
              </a:rPr>
              <a:t>	</a:t>
            </a:r>
            <a:r>
              <a:rPr b="1" lang="en-IN" sz="2600" spc="-1" strike="noStrike">
                <a:solidFill>
                  <a:srgbClr val="000000"/>
                </a:solidFill>
                <a:latin typeface="Times New Roman"/>
                <a:ea typeface="Droid Sans Fallback"/>
              </a:rPr>
              <a:t>{</a:t>
            </a:r>
            <a:endParaRPr b="0" lang="en-IN" sz="2600" spc="-1" strike="noStrike">
              <a:latin typeface="Arial"/>
            </a:endParaRPr>
          </a:p>
          <a:p>
            <a:pPr algn="just">
              <a:lnSpc>
                <a:spcPct val="93000"/>
              </a:lnSpc>
            </a:pPr>
            <a:r>
              <a:rPr b="1" lang="en-IN" sz="2600" spc="-1" strike="noStrike">
                <a:solidFill>
                  <a:srgbClr val="000000"/>
                </a:solidFill>
                <a:latin typeface="Times New Roman"/>
                <a:ea typeface="Droid Sans Fallback"/>
              </a:rPr>
              <a:t>	</a:t>
            </a:r>
            <a:r>
              <a:rPr b="1" lang="en-IN" sz="2600" spc="-1" strike="noStrike">
                <a:solidFill>
                  <a:srgbClr val="000000"/>
                </a:solidFill>
                <a:latin typeface="Times New Roman"/>
                <a:ea typeface="Droid Sans Fallback"/>
              </a:rPr>
              <a:t>	</a:t>
            </a:r>
            <a:r>
              <a:rPr b="1" lang="en-IN" sz="2600" spc="-1" strike="noStrike">
                <a:solidFill>
                  <a:srgbClr val="000000"/>
                </a:solidFill>
                <a:latin typeface="Times New Roman"/>
                <a:ea typeface="Droid Sans Fallback"/>
              </a:rPr>
              <a:t>   </a:t>
            </a:r>
            <a:r>
              <a:rPr b="1" lang="en-IN" sz="2600" spc="-1" strike="noStrike">
                <a:solidFill>
                  <a:srgbClr val="000000"/>
                </a:solidFill>
                <a:latin typeface="Times New Roman"/>
                <a:ea typeface="Droid Sans Fallback"/>
              </a:rPr>
              <a:t>//execute your code</a:t>
            </a:r>
            <a:endParaRPr b="0" lang="en-IN" sz="2600" spc="-1" strike="noStrike">
              <a:latin typeface="Arial"/>
            </a:endParaRPr>
          </a:p>
          <a:p>
            <a:pPr algn="just">
              <a:lnSpc>
                <a:spcPct val="93000"/>
              </a:lnSpc>
            </a:pPr>
            <a:r>
              <a:rPr b="1" lang="en-IN" sz="2600" spc="-1" strike="noStrike">
                <a:solidFill>
                  <a:srgbClr val="000000"/>
                </a:solidFill>
                <a:latin typeface="Times New Roman"/>
                <a:ea typeface="Droid Sans Fallback"/>
              </a:rPr>
              <a:t>	</a:t>
            </a:r>
            <a:r>
              <a:rPr b="1" lang="en-IN" sz="2600" spc="-1" strike="noStrike">
                <a:solidFill>
                  <a:srgbClr val="000000"/>
                </a:solidFill>
                <a:latin typeface="Times New Roman"/>
                <a:ea typeface="Droid Sans Fallback"/>
              </a:rPr>
              <a:t>	</a:t>
            </a:r>
            <a:r>
              <a:rPr b="1" lang="en-IN" sz="2600" spc="-1" strike="noStrike">
                <a:solidFill>
                  <a:srgbClr val="000000"/>
                </a:solidFill>
                <a:latin typeface="Times New Roman"/>
                <a:ea typeface="Droid Sans Fallback"/>
              </a:rPr>
              <a:t>}</a:t>
            </a:r>
            <a:endParaRPr b="0" lang="en-IN" sz="2600" spc="-1" strike="noStrike">
              <a:latin typeface="Arial"/>
            </a:endParaRPr>
          </a:p>
          <a:p>
            <a:pPr algn="just">
              <a:lnSpc>
                <a:spcPct val="93000"/>
              </a:lnSpc>
            </a:pPr>
            <a:endParaRPr b="0" lang="en-IN" sz="2600" spc="-1" strike="noStrike">
              <a:latin typeface="Arial"/>
            </a:endParaRPr>
          </a:p>
          <a:p>
            <a:pPr algn="just">
              <a:lnSpc>
                <a:spcPct val="93000"/>
              </a:lnSpc>
            </a:pPr>
            <a:endParaRPr b="0" lang="en-IN" sz="2600" spc="-1" strike="noStrike">
              <a:latin typeface="Arial"/>
            </a:endParaRPr>
          </a:p>
          <a:p>
            <a:pPr algn="just">
              <a:lnSpc>
                <a:spcPct val="93000"/>
              </a:lnSpc>
            </a:pPr>
            <a:endParaRPr b="0" lang="en-IN" sz="2600" spc="-1" strike="noStrike">
              <a:latin typeface="Arial"/>
            </a:endParaRPr>
          </a:p>
          <a:p>
            <a:pPr algn="just">
              <a:lnSpc>
                <a:spcPct val="93000"/>
              </a:lnSpc>
            </a:pPr>
            <a:endParaRPr b="0" lang="en-IN" sz="2600" spc="-1" strike="noStrike">
              <a:latin typeface="Arial"/>
            </a:endParaRPr>
          </a:p>
          <a:p>
            <a:pPr algn="just">
              <a:lnSpc>
                <a:spcPct val="93000"/>
              </a:lnSpc>
            </a:pPr>
            <a:endParaRPr b="0" lang="en-IN" sz="2600" spc="-1" strike="noStrike">
              <a:latin typeface="Arial"/>
            </a:endParaRPr>
          </a:p>
          <a:p>
            <a:pPr algn="just">
              <a:lnSpc>
                <a:spcPct val="93000"/>
              </a:lnSpc>
            </a:pP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p:txBody>
      </p:sp>
      <p:sp>
        <p:nvSpPr>
          <p:cNvPr id="445" name="CustomShape 3"/>
          <p:cNvSpPr/>
          <p:nvPr/>
        </p:nvSpPr>
        <p:spPr>
          <a:xfrm>
            <a:off x="4968000" y="1970280"/>
            <a:ext cx="4964400" cy="2274120"/>
          </a:xfrm>
          <a:prstGeom prst="rect">
            <a:avLst/>
          </a:prstGeom>
          <a:noFill/>
          <a:ln>
            <a:noFill/>
          </a:ln>
        </p:spPr>
        <p:style>
          <a:lnRef idx="0"/>
          <a:fillRef idx="0"/>
          <a:effectRef idx="0"/>
          <a:fontRef idx="minor"/>
        </p:style>
        <p:txBody>
          <a:bodyPr lIns="90000" rIns="90000" tIns="45000" bIns="45000"/>
          <a:p>
            <a:pPr>
              <a:lnSpc>
                <a:spcPct val="100000"/>
              </a:lnSpc>
            </a:pPr>
            <a:r>
              <a:rPr b="1" lang="en-IN" sz="2200" spc="-1" strike="noStrike">
                <a:solidFill>
                  <a:srgbClr val="ce181e"/>
                </a:solidFill>
                <a:latin typeface="Times New Roman"/>
                <a:ea typeface="Droid Sans Fallback"/>
              </a:rPr>
              <a:t>Description :</a:t>
            </a:r>
            <a:endParaRPr b="0" lang="en-IN" sz="2200" spc="-1" strike="noStrike">
              <a:latin typeface="Arial"/>
            </a:endParaRPr>
          </a:p>
          <a:p>
            <a:pPr>
              <a:lnSpc>
                <a:spcPct val="100000"/>
              </a:lnSpc>
            </a:pPr>
            <a:r>
              <a:rPr b="0" lang="en-IN" sz="2600" spc="-1" strike="noStrike">
                <a:solidFill>
                  <a:srgbClr val="000000"/>
                </a:solidFill>
                <a:latin typeface="Times New Roman"/>
                <a:ea typeface="Droid Sans Fallback"/>
              </a:rPr>
              <a:t>else-if statements in C is like another if condition, it's used in a program when if statement having multiple decisions.</a:t>
            </a:r>
            <a:endParaRPr b="0" lang="en-IN" sz="2600" spc="-1" strike="noStrike">
              <a:latin typeface="Arial"/>
            </a:endParaRPr>
          </a:p>
          <a:p>
            <a:pPr>
              <a:lnSpc>
                <a:spcPct val="100000"/>
              </a:lnSpc>
            </a:pPr>
            <a:endParaRPr b="0" lang="en-IN" sz="2600" spc="-1" strike="noStrike">
              <a:latin typeface="Arial"/>
            </a:endParaRPr>
          </a:p>
        </p:txBody>
      </p:sp>
    </p:spTree>
  </p:cSld>
  <p:timing>
    <p:tnLst>
      <p:par>
        <p:cTn id="41" dur="indefinite" restart="never" nodeType="tmRoot">
          <p:childTnLst>
            <p:seq>
              <p:cTn id="42" dur="indefinite" nodeType="mainSeq"/>
              <p:prevCondLst>
                <p:cond delay="0" evt="onPrev">
                  <p:tgtEl>
                    <p:sldTgt/>
                  </p:tgtEl>
                </p:cond>
              </p:prevCondLst>
              <p:nextCondLst>
                <p:cond delay="0"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CustomShape 1"/>
          <p:cNvSpPr/>
          <p:nvPr/>
        </p:nvSpPr>
        <p:spPr>
          <a:xfrm>
            <a:off x="502920" y="301680"/>
            <a:ext cx="9054000" cy="766080"/>
          </a:xfrm>
          <a:prstGeom prst="rect">
            <a:avLst/>
          </a:prstGeom>
          <a:noFill/>
          <a:ln>
            <a:noFill/>
          </a:ln>
        </p:spPr>
        <p:style>
          <a:lnRef idx="0"/>
          <a:fillRef idx="0"/>
          <a:effectRef idx="0"/>
          <a:fontRef idx="minor"/>
        </p:style>
        <p:txBody>
          <a:bodyPr lIns="0" rIns="0" tIns="28440" bIns="0" anchor="ctr"/>
          <a:p>
            <a:pPr>
              <a:lnSpc>
                <a:spcPct val="93000"/>
              </a:lnSpc>
            </a:pPr>
            <a:r>
              <a:rPr b="1" lang="en-IN" sz="3200" spc="-1" strike="noStrike">
                <a:solidFill>
                  <a:srgbClr val="ffffff"/>
                </a:solidFill>
                <a:latin typeface="Arial"/>
                <a:ea typeface="Droid Sans Fallback"/>
              </a:rPr>
              <a:t>else-if ladder condition</a:t>
            </a:r>
            <a:r>
              <a:rPr b="0" lang="en-IN" sz="4400" spc="-1" strike="noStrike">
                <a:solidFill>
                  <a:srgbClr val="ffffff"/>
                </a:solidFill>
                <a:latin typeface="Arial"/>
                <a:ea typeface="Droid Sans Fallback"/>
              </a:rPr>
              <a:t>	</a:t>
            </a:r>
            <a:endParaRPr b="0" lang="en-IN" sz="4400" spc="-1" strike="noStrike">
              <a:latin typeface="Arial"/>
            </a:endParaRPr>
          </a:p>
        </p:txBody>
      </p:sp>
      <p:sp>
        <p:nvSpPr>
          <p:cNvPr id="447" name="CustomShape 2"/>
          <p:cNvSpPr/>
          <p:nvPr/>
        </p:nvSpPr>
        <p:spPr>
          <a:xfrm>
            <a:off x="502920" y="279360"/>
            <a:ext cx="9054000" cy="7353720"/>
          </a:xfrm>
          <a:prstGeom prst="rect">
            <a:avLst/>
          </a:prstGeom>
          <a:noFill/>
          <a:ln>
            <a:noFill/>
          </a:ln>
        </p:spPr>
        <p:style>
          <a:lnRef idx="0"/>
          <a:fillRef idx="0"/>
          <a:effectRef idx="0"/>
          <a:fontRef idx="minor"/>
        </p:style>
        <p:txBody>
          <a:bodyPr lIns="0" rIns="0" tIns="19440" bIns="0" anchor="ctr"/>
          <a:p>
            <a:pPr algn="just">
              <a:lnSpc>
                <a:spcPct val="93000"/>
              </a:lnSpc>
            </a:pPr>
            <a:endParaRPr b="0" lang="en-IN" sz="18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p:txBody>
      </p:sp>
      <p:pic>
        <p:nvPicPr>
          <p:cNvPr id="448" name="" descr=""/>
          <p:cNvPicPr/>
          <p:nvPr/>
        </p:nvPicPr>
        <p:blipFill>
          <a:blip r:embed="rId1"/>
          <a:stretch/>
        </p:blipFill>
        <p:spPr>
          <a:xfrm>
            <a:off x="288000" y="1440000"/>
            <a:ext cx="9486360" cy="5324400"/>
          </a:xfrm>
          <a:prstGeom prst="rect">
            <a:avLst/>
          </a:prstGeom>
          <a:ln>
            <a:noFill/>
          </a:ln>
        </p:spPr>
      </p:pic>
    </p:spTree>
  </p:cSld>
  <p:timing>
    <p:tnLst>
      <p:par>
        <p:cTn id="43" dur="indefinite" restart="never" nodeType="tmRoot">
          <p:childTnLst>
            <p:seq>
              <p:cTn id="44" dur="indefinite" nodeType="mainSeq"/>
              <p:prevCondLst>
                <p:cond delay="0" evt="onPrev">
                  <p:tgtEl>
                    <p:sldTgt/>
                  </p:tgtEl>
                </p:cond>
              </p:prevCondLst>
              <p:nextCondLst>
                <p:cond delay="0"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CustomShape 1"/>
          <p:cNvSpPr/>
          <p:nvPr/>
        </p:nvSpPr>
        <p:spPr>
          <a:xfrm>
            <a:off x="502920" y="301680"/>
            <a:ext cx="9054000" cy="1249200"/>
          </a:xfrm>
          <a:prstGeom prst="rect">
            <a:avLst/>
          </a:prstGeom>
          <a:noFill/>
          <a:ln>
            <a:noFill/>
          </a:ln>
        </p:spPr>
        <p:style>
          <a:lnRef idx="0"/>
          <a:fillRef idx="0"/>
          <a:effectRef idx="0"/>
          <a:fontRef idx="minor"/>
        </p:style>
        <p:txBody>
          <a:bodyPr lIns="0" rIns="0" tIns="28440" bIns="0" anchor="ctr"/>
          <a:p>
            <a:pPr>
              <a:lnSpc>
                <a:spcPct val="93000"/>
              </a:lnSpc>
            </a:pPr>
            <a:r>
              <a:rPr b="1" lang="en-IN" sz="3200" spc="-1" strike="noStrike">
                <a:solidFill>
                  <a:srgbClr val="ffffff"/>
                </a:solidFill>
                <a:latin typeface="Times New Roman"/>
                <a:ea typeface="Droid Sans Fallback"/>
              </a:rPr>
              <a:t>else-if ladder Condition</a:t>
            </a:r>
            <a:r>
              <a:rPr b="1" lang="en-IN" sz="4400" spc="-1" strike="noStrike">
                <a:solidFill>
                  <a:srgbClr val="ffffff"/>
                </a:solidFill>
                <a:latin typeface="Times New Roman"/>
                <a:ea typeface="Droid Sans Fallback"/>
              </a:rPr>
              <a:t>	</a:t>
            </a:r>
            <a:endParaRPr b="0" lang="en-IN" sz="4400" spc="-1" strike="noStrike">
              <a:latin typeface="Arial"/>
            </a:endParaRPr>
          </a:p>
        </p:txBody>
      </p:sp>
      <p:sp>
        <p:nvSpPr>
          <p:cNvPr id="450" name="CustomShape 2"/>
          <p:cNvSpPr/>
          <p:nvPr/>
        </p:nvSpPr>
        <p:spPr>
          <a:xfrm>
            <a:off x="502920" y="279360"/>
            <a:ext cx="9054000" cy="7353720"/>
          </a:xfrm>
          <a:prstGeom prst="rect">
            <a:avLst/>
          </a:prstGeom>
          <a:noFill/>
          <a:ln>
            <a:noFill/>
          </a:ln>
        </p:spPr>
        <p:style>
          <a:lnRef idx="0"/>
          <a:fillRef idx="0"/>
          <a:effectRef idx="0"/>
          <a:fontRef idx="minor"/>
        </p:style>
        <p:txBody>
          <a:bodyPr lIns="0" rIns="0" tIns="19440" bIns="0" anchor="ctr"/>
          <a:p>
            <a:pPr algn="just">
              <a:lnSpc>
                <a:spcPct val="93000"/>
              </a:lnSpc>
            </a:pPr>
            <a:r>
              <a:rPr b="1" lang="en-IN" sz="2200" spc="-1" strike="noStrike">
                <a:solidFill>
                  <a:srgbClr val="ce181e"/>
                </a:solidFill>
                <a:latin typeface="Arial"/>
                <a:ea typeface="Droid Sans Fallback"/>
              </a:rPr>
              <a:t>Example :</a:t>
            </a: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p:txBody>
      </p:sp>
      <p:sp>
        <p:nvSpPr>
          <p:cNvPr id="451" name="CustomShape 3"/>
          <p:cNvSpPr/>
          <p:nvPr/>
        </p:nvSpPr>
        <p:spPr>
          <a:xfrm>
            <a:off x="2010240" y="1737000"/>
            <a:ext cx="6858000" cy="5390640"/>
          </a:xfrm>
          <a:prstGeom prst="rect">
            <a:avLst/>
          </a:prstGeom>
          <a:noFill/>
          <a:ln>
            <a:noFill/>
          </a:ln>
        </p:spPr>
        <p:style>
          <a:lnRef idx="0"/>
          <a:fillRef idx="0"/>
          <a:effectRef idx="0"/>
          <a:fontRef idx="minor"/>
        </p:style>
        <p:txBody>
          <a:bodyPr lIns="90000" rIns="90000" tIns="64440" bIns="45000"/>
          <a:p>
            <a:pPr>
              <a:lnSpc>
                <a:spcPct val="93000"/>
              </a:lnSpc>
            </a:pPr>
            <a:r>
              <a:rPr b="0" lang="en-IN" sz="2600" spc="-1" strike="noStrike">
                <a:solidFill>
                  <a:srgbClr val="000000"/>
                </a:solidFill>
                <a:latin typeface="Times New Roman"/>
                <a:ea typeface="DejaVu Sans"/>
              </a:rPr>
              <a:t>#include&lt;stdio.h&gt;</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int main()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int i = 20;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if (i == 10)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printf("i is 10");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else if (i == 15)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printf("i is 15");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else if (i == 20)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printf("i is 20");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else</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	</a:t>
            </a:r>
            <a:r>
              <a:rPr b="0" lang="en-IN" sz="2600" spc="-1" strike="noStrike">
                <a:solidFill>
                  <a:srgbClr val="000000"/>
                </a:solidFill>
                <a:latin typeface="Times New Roman"/>
                <a:ea typeface="Courier New"/>
              </a:rPr>
              <a:t>printf("i is not present"); </a:t>
            </a:r>
            <a:endParaRPr b="0" lang="en-IN" sz="2600" spc="-1" strike="noStrike">
              <a:latin typeface="Arial"/>
            </a:endParaRPr>
          </a:p>
          <a:p>
            <a:pPr>
              <a:lnSpc>
                <a:spcPct val="93000"/>
              </a:lnSpc>
            </a:pPr>
            <a:r>
              <a:rPr b="0" lang="en-IN" sz="2600" spc="-1" strike="noStrike">
                <a:solidFill>
                  <a:srgbClr val="000000"/>
                </a:solidFill>
                <a:latin typeface="Times New Roman"/>
                <a:ea typeface="Courier New"/>
              </a:rPr>
              <a:t>} </a:t>
            </a:r>
            <a:endParaRPr b="0" lang="en-IN" sz="2600" spc="-1" strike="noStrike">
              <a:latin typeface="Arial"/>
            </a:endParaRPr>
          </a:p>
          <a:p>
            <a:pPr>
              <a:lnSpc>
                <a:spcPct val="93000"/>
              </a:lnSpc>
            </a:pPr>
            <a:endParaRPr b="0" lang="en-IN" sz="2600" spc="-1" strike="noStrike">
              <a:latin typeface="Arial"/>
            </a:endParaRPr>
          </a:p>
          <a:p>
            <a:pPr>
              <a:lnSpc>
                <a:spcPct val="93000"/>
              </a:lnSpc>
            </a:pPr>
            <a:r>
              <a:rPr b="0" lang="en-IN" sz="2200" spc="-1" strike="noStrike">
                <a:solidFill>
                  <a:srgbClr val="000000"/>
                </a:solidFill>
                <a:latin typeface="Arial"/>
                <a:ea typeface="Courier New"/>
              </a:rPr>
              <a:t>  </a:t>
            </a:r>
            <a:endParaRPr b="0" lang="en-IN" sz="2200" spc="-1" strike="noStrike">
              <a:latin typeface="Arial"/>
            </a:endParaRPr>
          </a:p>
        </p:txBody>
      </p:sp>
      <p:sp>
        <p:nvSpPr>
          <p:cNvPr id="452" name="CustomShape 4"/>
          <p:cNvSpPr/>
          <p:nvPr/>
        </p:nvSpPr>
        <p:spPr>
          <a:xfrm>
            <a:off x="6840000" y="1851840"/>
            <a:ext cx="1292400" cy="1019160"/>
          </a:xfrm>
          <a:prstGeom prst="rect">
            <a:avLst/>
          </a:prstGeom>
          <a:noFill/>
          <a:ln>
            <a:noFill/>
          </a:ln>
        </p:spPr>
        <p:style>
          <a:lnRef idx="0"/>
          <a:fillRef idx="0"/>
          <a:effectRef idx="0"/>
          <a:fontRef idx="minor"/>
        </p:style>
        <p:txBody>
          <a:bodyPr lIns="90000" rIns="90000" tIns="45000" bIns="45000"/>
          <a:p>
            <a:pPr>
              <a:lnSpc>
                <a:spcPct val="100000"/>
              </a:lnSpc>
            </a:pPr>
            <a:r>
              <a:rPr b="1" lang="en-IN" sz="2200" spc="-1" strike="noStrike">
                <a:solidFill>
                  <a:srgbClr val="ce181e"/>
                </a:solidFill>
                <a:latin typeface="Times New Roman"/>
                <a:ea typeface="Courier New"/>
              </a:rPr>
              <a:t>Output :</a:t>
            </a:r>
            <a:endParaRPr b="0" lang="en-IN" sz="2200" spc="-1" strike="noStrike">
              <a:latin typeface="Arial"/>
            </a:endParaRPr>
          </a:p>
          <a:p>
            <a:pPr>
              <a:lnSpc>
                <a:spcPct val="100000"/>
              </a:lnSpc>
            </a:pPr>
            <a:r>
              <a:rPr b="0" lang="en-IN" sz="2200" spc="-1" strike="noStrike">
                <a:solidFill>
                  <a:srgbClr val="000000"/>
                </a:solidFill>
                <a:latin typeface="Times New Roman"/>
                <a:ea typeface="Courier New"/>
              </a:rPr>
              <a:t>i is 20</a:t>
            </a:r>
            <a:endParaRPr b="0" lang="en-IN" sz="2200" spc="-1" strike="noStrike">
              <a:latin typeface="Arial"/>
            </a:endParaRPr>
          </a:p>
          <a:p>
            <a:pPr>
              <a:lnSpc>
                <a:spcPct val="100000"/>
              </a:lnSpc>
            </a:pPr>
            <a:r>
              <a:rPr b="0" lang="en-IN" sz="2200" spc="-1" strike="noStrike">
                <a:solidFill>
                  <a:srgbClr val="000000"/>
                </a:solidFill>
                <a:latin typeface="Times New Roman"/>
                <a:ea typeface="Courier New"/>
              </a:rPr>
              <a:t>   </a:t>
            </a:r>
            <a:r>
              <a:rPr b="0" lang="en-IN" sz="2200" spc="-1" strike="noStrike">
                <a:solidFill>
                  <a:srgbClr val="000000"/>
                </a:solidFill>
                <a:latin typeface="Arial"/>
                <a:ea typeface="Courier New"/>
              </a:rPr>
              <a:t>  </a:t>
            </a:r>
            <a:endParaRPr b="0" lang="en-IN" sz="2200" spc="-1" strike="noStrike">
              <a:latin typeface="Arial"/>
            </a:endParaRPr>
          </a:p>
        </p:txBody>
      </p:sp>
    </p:spTree>
  </p:cSld>
  <p:timing>
    <p:tnLst>
      <p:par>
        <p:cTn id="45" dur="indefinite" restart="never" nodeType="tmRoot">
          <p:childTnLst>
            <p:seq>
              <p:cTn id="46" dur="indefinite" nodeType="mainSeq"/>
              <p:prevCondLst>
                <p:cond delay="0" evt="onPrev">
                  <p:tgtEl>
                    <p:sldTgt/>
                  </p:tgtEl>
                </p:cond>
              </p:prevCondLst>
              <p:nextCondLst>
                <p:cond delay="0"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3" name="CustomShape 1"/>
          <p:cNvSpPr/>
          <p:nvPr/>
        </p:nvSpPr>
        <p:spPr>
          <a:xfrm>
            <a:off x="359640" y="359640"/>
            <a:ext cx="9348120" cy="891360"/>
          </a:xfrm>
          <a:prstGeom prst="rect">
            <a:avLst/>
          </a:prstGeom>
          <a:noFill/>
          <a:ln>
            <a:noFill/>
          </a:ln>
        </p:spPr>
        <p:style>
          <a:lnRef idx="0"/>
          <a:fillRef idx="0"/>
          <a:effectRef idx="0"/>
          <a:fontRef idx="minor"/>
        </p:style>
        <p:txBody>
          <a:bodyPr lIns="0" rIns="0" tIns="0" bIns="0" anchor="b"/>
          <a:p>
            <a:pPr>
              <a:lnSpc>
                <a:spcPct val="100000"/>
              </a:lnSpc>
            </a:pPr>
            <a:r>
              <a:rPr b="1" lang="en-IN" sz="3010" spc="-1" strike="noStrike">
                <a:solidFill>
                  <a:srgbClr val="ffffff"/>
                </a:solidFill>
                <a:latin typeface="Source Sans Pro Black"/>
                <a:ea typeface="DejaVu Sans"/>
              </a:rPr>
              <a:t> </a:t>
            </a:r>
            <a:r>
              <a:rPr b="1" lang="en-IN" sz="3010" spc="-1" strike="noStrike">
                <a:solidFill>
                  <a:srgbClr val="ffffff"/>
                </a:solidFill>
                <a:latin typeface="Source Sans Pro Black"/>
                <a:ea typeface="DejaVu Sans"/>
              </a:rPr>
              <a:t>big data variable among 2 variable (x,y)</a:t>
            </a:r>
            <a:endParaRPr b="0" lang="en-IN" sz="3010" spc="-1" strike="noStrike">
              <a:latin typeface="Arial"/>
            </a:endParaRPr>
          </a:p>
        </p:txBody>
      </p:sp>
      <p:sp>
        <p:nvSpPr>
          <p:cNvPr id="454" name="CustomShape 2"/>
          <p:cNvSpPr/>
          <p:nvPr/>
        </p:nvSpPr>
        <p:spPr>
          <a:xfrm>
            <a:off x="359640" y="1463400"/>
            <a:ext cx="9168120" cy="5387760"/>
          </a:xfrm>
          <a:prstGeom prst="rect">
            <a:avLst/>
          </a:prstGeom>
          <a:noFill/>
          <a:ln>
            <a:noFill/>
          </a:ln>
        </p:spPr>
        <p:style>
          <a:lnRef idx="0"/>
          <a:fillRef idx="0"/>
          <a:effectRef idx="0"/>
          <a:fontRef idx="minor"/>
        </p:style>
        <p:txBody>
          <a:bodyPr lIns="0" rIns="0" tIns="0" bIns="0">
            <a:normAutofit/>
          </a:bodyPr>
          <a:p>
            <a:pPr>
              <a:lnSpc>
                <a:spcPct val="100000"/>
              </a:lnSpc>
            </a:pPr>
            <a:r>
              <a:rPr b="0" lang="en-IN" sz="2600" spc="-1" strike="noStrike">
                <a:solidFill>
                  <a:srgbClr val="1c1c1c"/>
                </a:solidFill>
                <a:latin typeface="Times New Roman"/>
                <a:ea typeface="DejaVu Sans"/>
              </a:rPr>
              <a:t>#include&lt;stdio.h&gt;</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int main()</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int x,y;</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printf("Enter the x,y values\n");</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scanf("%d%d",&amp;x,&amp;y);</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if(x &lt; y)</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printf("y is big\n");</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else if(x &gt; y)</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printf("x is big\n");</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else</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printf("x,y are equal\n");</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a:t>
            </a:r>
            <a:endParaRPr b="0" lang="en-IN" sz="2600" spc="-1" strike="noStrike">
              <a:latin typeface="Arial"/>
            </a:endParaRPr>
          </a:p>
        </p:txBody>
      </p:sp>
    </p:spTree>
  </p:cSld>
  <p:timing>
    <p:tnLst>
      <p:par>
        <p:cTn id="47" dur="indefinite" restart="never" nodeType="tmRoot">
          <p:childTnLst>
            <p:seq>
              <p:cTn id="48" dur="indefinite" nodeType="mainSeq"/>
              <p:prevCondLst>
                <p:cond delay="0" evt="onPrev">
                  <p:tgtEl>
                    <p:sldTgt/>
                  </p:tgtEl>
                </p:cond>
              </p:prevCondLst>
              <p:nextCondLst>
                <p:cond delay="0"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CustomShape 1"/>
          <p:cNvSpPr/>
          <p:nvPr/>
        </p:nvSpPr>
        <p:spPr>
          <a:xfrm>
            <a:off x="359640" y="359640"/>
            <a:ext cx="9348120" cy="891360"/>
          </a:xfrm>
          <a:prstGeom prst="rect">
            <a:avLst/>
          </a:prstGeom>
          <a:noFill/>
          <a:ln>
            <a:noFill/>
          </a:ln>
        </p:spPr>
        <p:style>
          <a:lnRef idx="0"/>
          <a:fillRef idx="0"/>
          <a:effectRef idx="0"/>
          <a:fontRef idx="minor"/>
        </p:style>
        <p:txBody>
          <a:bodyPr lIns="0" rIns="0" tIns="0" bIns="0" anchor="b"/>
          <a:p>
            <a:pPr>
              <a:lnSpc>
                <a:spcPct val="100000"/>
              </a:lnSpc>
            </a:pPr>
            <a:r>
              <a:rPr b="1" lang="en-IN" sz="3010" spc="-1" strike="noStrike">
                <a:solidFill>
                  <a:srgbClr val="ffffff"/>
                </a:solidFill>
                <a:latin typeface="Source Sans Pro Black"/>
                <a:ea typeface="DejaVu Sans"/>
              </a:rPr>
              <a:t> </a:t>
            </a:r>
            <a:r>
              <a:rPr b="1" lang="en-IN" sz="3010" spc="-1" strike="noStrike">
                <a:solidFill>
                  <a:srgbClr val="ffffff"/>
                </a:solidFill>
                <a:latin typeface="Source Sans Pro Black"/>
                <a:ea typeface="DejaVu Sans"/>
              </a:rPr>
              <a:t>Big data variable among 3 variable (x,y,z)</a:t>
            </a:r>
            <a:endParaRPr b="0" lang="en-IN" sz="3010" spc="-1" strike="noStrike">
              <a:latin typeface="Arial"/>
            </a:endParaRPr>
          </a:p>
        </p:txBody>
      </p:sp>
      <p:sp>
        <p:nvSpPr>
          <p:cNvPr id="456" name="CustomShape 2"/>
          <p:cNvSpPr/>
          <p:nvPr/>
        </p:nvSpPr>
        <p:spPr>
          <a:xfrm>
            <a:off x="359640" y="1463400"/>
            <a:ext cx="9168120" cy="5387760"/>
          </a:xfrm>
          <a:prstGeom prst="rect">
            <a:avLst/>
          </a:prstGeom>
          <a:noFill/>
          <a:ln>
            <a:noFill/>
          </a:ln>
        </p:spPr>
        <p:style>
          <a:lnRef idx="0"/>
          <a:fillRef idx="0"/>
          <a:effectRef idx="0"/>
          <a:fontRef idx="minor"/>
        </p:style>
        <p:txBody>
          <a:bodyPr lIns="0" rIns="0" tIns="0" bIns="0">
            <a:normAutofit/>
          </a:bodyPr>
          <a:p>
            <a:pPr>
              <a:lnSpc>
                <a:spcPct val="100000"/>
              </a:lnSpc>
            </a:pPr>
            <a:r>
              <a:rPr b="0" lang="en-IN" sz="2600" spc="-1" strike="noStrike">
                <a:solidFill>
                  <a:srgbClr val="1c1c1c"/>
                </a:solidFill>
                <a:latin typeface="Times New Roman"/>
                <a:ea typeface="DejaVu Sans"/>
              </a:rPr>
              <a:t>#include&lt;stdio.h&gt;</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int main()</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int x,y,z;</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printf("Enter the x,y,z values\n");</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scanf("%d%d%d",&amp;x,&amp;y,&amp;z);</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if( (x &lt; z)&amp;&amp;(y &lt; z) )</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printf("z is greater\n");</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else if( (x &lt; y)&amp;&amp;(z &lt; y) )</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printf("y is greater\n");</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else if( (y &lt; x)&amp;&amp;(z &lt; x) )</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printf("x is greater\n");</a:t>
            </a:r>
            <a:endParaRPr b="0" lang="en-IN" sz="2600" spc="-1" strike="noStrike">
              <a:latin typeface="Arial"/>
            </a:endParaRPr>
          </a:p>
        </p:txBody>
      </p:sp>
    </p:spTree>
  </p:cSld>
  <p:timing>
    <p:tnLst>
      <p:par>
        <p:cTn id="49" dur="indefinite" restart="never" nodeType="tmRoot">
          <p:childTnLst>
            <p:seq>
              <p:cTn id="50" dur="indefinite" nodeType="mainSeq"/>
              <p:prevCondLst>
                <p:cond delay="0" evt="onPrev">
                  <p:tgtEl>
                    <p:sldTgt/>
                  </p:tgtEl>
                </p:cond>
              </p:prevCondLst>
              <p:nextCondLst>
                <p:cond delay="0"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CustomShape 1"/>
          <p:cNvSpPr/>
          <p:nvPr/>
        </p:nvSpPr>
        <p:spPr>
          <a:xfrm>
            <a:off x="359640" y="359640"/>
            <a:ext cx="9348120" cy="891360"/>
          </a:xfrm>
          <a:prstGeom prst="rect">
            <a:avLst/>
          </a:prstGeom>
          <a:noFill/>
          <a:ln>
            <a:noFill/>
          </a:ln>
        </p:spPr>
        <p:style>
          <a:lnRef idx="0"/>
          <a:fillRef idx="0"/>
          <a:effectRef idx="0"/>
          <a:fontRef idx="minor"/>
        </p:style>
        <p:txBody>
          <a:bodyPr lIns="0" rIns="0" tIns="0" bIns="0" anchor="b"/>
          <a:p>
            <a:pPr>
              <a:lnSpc>
                <a:spcPct val="100000"/>
              </a:lnSpc>
            </a:pPr>
            <a:r>
              <a:rPr b="1" lang="en-IN" sz="3010" spc="-1" strike="noStrike">
                <a:solidFill>
                  <a:srgbClr val="ffffff"/>
                </a:solidFill>
                <a:latin typeface="Source Sans Pro Black"/>
                <a:ea typeface="DejaVu Sans"/>
              </a:rPr>
              <a:t> </a:t>
            </a:r>
            <a:r>
              <a:rPr b="1" lang="en-IN" sz="3010" spc="-1" strike="noStrike">
                <a:solidFill>
                  <a:srgbClr val="ffffff"/>
                </a:solidFill>
                <a:latin typeface="Source Sans Pro Black"/>
                <a:ea typeface="DejaVu Sans"/>
              </a:rPr>
              <a:t>Big data variable among 3 variable (x,y,z)</a:t>
            </a:r>
            <a:endParaRPr b="0" lang="en-IN" sz="3010" spc="-1" strike="noStrike">
              <a:latin typeface="Arial"/>
            </a:endParaRPr>
          </a:p>
        </p:txBody>
      </p:sp>
      <p:sp>
        <p:nvSpPr>
          <p:cNvPr id="458" name="CustomShape 2"/>
          <p:cNvSpPr/>
          <p:nvPr/>
        </p:nvSpPr>
        <p:spPr>
          <a:xfrm>
            <a:off x="359640" y="1554840"/>
            <a:ext cx="9168120" cy="5296320"/>
          </a:xfrm>
          <a:prstGeom prst="rect">
            <a:avLst/>
          </a:prstGeom>
          <a:noFill/>
          <a:ln>
            <a:noFill/>
          </a:ln>
        </p:spPr>
        <p:style>
          <a:lnRef idx="0"/>
          <a:fillRef idx="0"/>
          <a:effectRef idx="0"/>
          <a:fontRef idx="minor"/>
        </p:style>
        <p:txBody>
          <a:bodyPr lIns="0" rIns="0" tIns="0" bIns="0">
            <a:normAutofit/>
          </a:bodyPr>
          <a:p>
            <a:pPr>
              <a:lnSpc>
                <a:spcPct val="100000"/>
              </a:lnSpc>
            </a:pPr>
            <a:r>
              <a:rPr b="1" lang="en-IN" sz="2600" spc="-1" strike="noStrike">
                <a:solidFill>
                  <a:srgbClr val="1c1c1c"/>
                </a:solidFill>
                <a:latin typeface="Source Sans Pro Semibold"/>
                <a:ea typeface="DejaVu Sans"/>
              </a:rPr>
              <a:t>     </a:t>
            </a:r>
            <a:r>
              <a:rPr b="0" lang="en-IN" sz="2600" spc="-1" strike="noStrike">
                <a:solidFill>
                  <a:srgbClr val="1c1c1c"/>
                </a:solidFill>
                <a:latin typeface="Source Sans Pro Semibold"/>
                <a:ea typeface="DejaVu Sans"/>
              </a:rPr>
              <a:t> </a:t>
            </a:r>
            <a:r>
              <a:rPr b="0" lang="en-IN" sz="2600" spc="-1" strike="noStrike">
                <a:solidFill>
                  <a:srgbClr val="1c1c1c"/>
                </a:solidFill>
                <a:latin typeface="Times New Roman"/>
                <a:ea typeface="DejaVu Sans"/>
              </a:rPr>
              <a:t>else if( (y == z)&amp;&amp;(x &lt; y) )</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printf("y,z are equal &amp; greater than x\n");</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else if( (x == y)&amp;&amp;(z &lt; x) )</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printf("x,y are equal &amp; greater than z\n");</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else if( (x == z)&amp;&amp;(y &lt; z) )</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printf("x,z are equal &amp; greater than y\n");</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else</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        </a:t>
            </a:r>
            <a:r>
              <a:rPr b="0" lang="en-IN" sz="2600" spc="-1" strike="noStrike">
                <a:solidFill>
                  <a:srgbClr val="1c1c1c"/>
                </a:solidFill>
                <a:latin typeface="Times New Roman"/>
                <a:ea typeface="DejaVu Sans"/>
              </a:rPr>
              <a:t>printf("x,y,z are equal\n");</a:t>
            </a:r>
            <a:endParaRPr b="0" lang="en-IN" sz="2600" spc="-1" strike="noStrike">
              <a:latin typeface="Arial"/>
            </a:endParaRPr>
          </a:p>
          <a:p>
            <a:pPr>
              <a:lnSpc>
                <a:spcPct val="100000"/>
              </a:lnSpc>
            </a:pPr>
            <a:r>
              <a:rPr b="0" lang="en-IN" sz="2600" spc="-1" strike="noStrike">
                <a:solidFill>
                  <a:srgbClr val="1c1c1c"/>
                </a:solidFill>
                <a:latin typeface="Times New Roman"/>
                <a:ea typeface="DejaVu Sans"/>
              </a:rPr>
              <a:t>}</a:t>
            </a:r>
            <a:endParaRPr b="0" lang="en-IN" sz="2600" spc="-1" strike="noStrike">
              <a:latin typeface="Arial"/>
            </a:endParaRPr>
          </a:p>
        </p:txBody>
      </p:sp>
    </p:spTree>
  </p:cSld>
  <p:timing>
    <p:tnLst>
      <p:par>
        <p:cTn id="51" dur="indefinite" restart="never" nodeType="tmRoot">
          <p:childTnLst>
            <p:seq>
              <p:cTn id="52" dur="indefinite" nodeType="mainSeq"/>
              <p:prevCondLst>
                <p:cond delay="0" evt="onPrev">
                  <p:tgtEl>
                    <p:sldTgt/>
                  </p:tgtEl>
                </p:cond>
              </p:prevCondLst>
              <p:nextCondLst>
                <p:cond delay="0"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9" name="CustomShape 1"/>
          <p:cNvSpPr/>
          <p:nvPr/>
        </p:nvSpPr>
        <p:spPr>
          <a:xfrm>
            <a:off x="359640" y="359640"/>
            <a:ext cx="9329760" cy="873000"/>
          </a:xfrm>
          <a:prstGeom prst="rect">
            <a:avLst/>
          </a:prstGeom>
          <a:noFill/>
          <a:ln>
            <a:noFill/>
          </a:ln>
        </p:spPr>
        <p:style>
          <a:lnRef idx="0"/>
          <a:fillRef idx="0"/>
          <a:effectRef idx="0"/>
          <a:fontRef idx="minor"/>
        </p:style>
        <p:txBody>
          <a:bodyPr lIns="0" rIns="0" tIns="0" bIns="0" anchor="b"/>
          <a:p>
            <a:pPr algn="ctr">
              <a:lnSpc>
                <a:spcPct val="100000"/>
              </a:lnSpc>
            </a:pPr>
            <a:r>
              <a:rPr b="1" lang="en-IN" sz="3600" spc="-1" strike="noStrike">
                <a:solidFill>
                  <a:srgbClr val="ffffff"/>
                </a:solidFill>
                <a:latin typeface="Times New Roman"/>
                <a:ea typeface="DejaVu Sans"/>
              </a:rPr>
              <a:t> </a:t>
            </a:r>
            <a:r>
              <a:rPr b="1" lang="en-IN" sz="3600" spc="-1" strike="noStrike">
                <a:solidFill>
                  <a:srgbClr val="ffffff"/>
                </a:solidFill>
                <a:latin typeface="Times New Roman"/>
                <a:ea typeface="DejaVu Sans"/>
              </a:rPr>
              <a:t>Program to check type of given character</a:t>
            </a:r>
            <a:endParaRPr b="0" lang="en-IN" sz="3600" spc="-1" strike="noStrike">
              <a:latin typeface="Arial"/>
            </a:endParaRPr>
          </a:p>
        </p:txBody>
      </p:sp>
      <p:sp>
        <p:nvSpPr>
          <p:cNvPr id="460" name="CustomShape 2"/>
          <p:cNvSpPr/>
          <p:nvPr/>
        </p:nvSpPr>
        <p:spPr>
          <a:xfrm>
            <a:off x="359640" y="1463400"/>
            <a:ext cx="9150480" cy="5388480"/>
          </a:xfrm>
          <a:prstGeom prst="rect">
            <a:avLst/>
          </a:prstGeom>
          <a:noFill/>
          <a:ln>
            <a:noFill/>
          </a:ln>
        </p:spPr>
        <p:style>
          <a:lnRef idx="0"/>
          <a:fillRef idx="0"/>
          <a:effectRef idx="0"/>
          <a:fontRef idx="minor"/>
        </p:style>
        <p:txBody>
          <a:bodyPr lIns="0" rIns="0" tIns="9720" bIns="0">
            <a:normAutofit/>
          </a:bodyPr>
          <a:p>
            <a:pPr>
              <a:lnSpc>
                <a:spcPct val="100000"/>
              </a:lnSpc>
            </a:pPr>
            <a:r>
              <a:rPr b="0" lang="en-IN" sz="3200" spc="-1" strike="noStrike">
                <a:solidFill>
                  <a:srgbClr val="000000"/>
                </a:solidFill>
                <a:latin typeface="Times New Roman"/>
                <a:ea typeface="DejaVu Sans"/>
              </a:rPr>
              <a:t>#include&lt;stdio.h&gt;</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int main()</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char ch;</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printf("Enter the char\n");</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scanf("%c",&amp;ch)</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if((ch&gt;='A')&amp;&amp;(ch&lt;='Z'))</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printf("Upper case Alphabet\n");</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else if((ch&gt;='a')&amp;&amp;(ch&lt;='z'))</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printf("Lower case Alphabet\n");</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else if((ch&gt;='0')&amp;&amp;(ch&lt;='9'))</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printf("Digit\n");</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else</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printf("Special character\n");</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a:t>
            </a:r>
            <a:endParaRPr b="0" lang="en-IN" sz="3200" spc="-1" strike="noStrike">
              <a:latin typeface="Arial"/>
            </a:endParaRPr>
          </a:p>
        </p:txBody>
      </p:sp>
    </p:spTree>
  </p:cSld>
  <p:timing>
    <p:tnLst>
      <p:par>
        <p:cTn id="53" dur="indefinite" restart="never" nodeType="tmRoot">
          <p:childTnLst>
            <p:seq>
              <p:cTn id="54" dur="indefinite" nodeType="mainSeq"/>
              <p:prevCondLst>
                <p:cond delay="0" evt="onPrev">
                  <p:tgtEl>
                    <p:sldTgt/>
                  </p:tgtEl>
                </p:cond>
              </p:prevCondLst>
              <p:nextCondLst>
                <p:cond delay="0"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CustomShape 1"/>
          <p:cNvSpPr/>
          <p:nvPr/>
        </p:nvSpPr>
        <p:spPr>
          <a:xfrm>
            <a:off x="91080" y="622440"/>
            <a:ext cx="9589320" cy="421200"/>
          </a:xfrm>
          <a:prstGeom prst="rect">
            <a:avLst/>
          </a:prstGeom>
          <a:noFill/>
          <a:ln>
            <a:noFill/>
          </a:ln>
        </p:spPr>
        <p:style>
          <a:lnRef idx="0"/>
          <a:fillRef idx="0"/>
          <a:effectRef idx="0"/>
          <a:fontRef idx="minor"/>
        </p:style>
        <p:txBody>
          <a:bodyPr lIns="0" rIns="0" tIns="0" bIns="0" anchor="ctr"/>
          <a:p>
            <a:pPr algn="ctr">
              <a:lnSpc>
                <a:spcPct val="100000"/>
              </a:lnSpc>
            </a:pPr>
            <a:r>
              <a:rPr b="1" lang="en-IN" sz="3200" spc="-1" strike="noStrike">
                <a:solidFill>
                  <a:srgbClr val="ffffff"/>
                </a:solidFill>
                <a:latin typeface="Times New Roman"/>
                <a:ea typeface="DejaVu Sans"/>
              </a:rPr>
              <a:t>Convertion of alphabet into it’s opposite case</a:t>
            </a:r>
            <a:endParaRPr b="0" lang="en-IN" sz="3200" spc="-1" strike="noStrike">
              <a:latin typeface="Arial"/>
            </a:endParaRPr>
          </a:p>
        </p:txBody>
      </p:sp>
      <p:sp>
        <p:nvSpPr>
          <p:cNvPr id="462" name="CustomShape 2"/>
          <p:cNvSpPr/>
          <p:nvPr/>
        </p:nvSpPr>
        <p:spPr>
          <a:xfrm>
            <a:off x="503640" y="1463400"/>
            <a:ext cx="9060120" cy="5388480"/>
          </a:xfrm>
          <a:prstGeom prst="rect">
            <a:avLst/>
          </a:prstGeom>
          <a:noFill/>
          <a:ln>
            <a:noFill/>
          </a:ln>
        </p:spPr>
        <p:style>
          <a:lnRef idx="0"/>
          <a:fillRef idx="0"/>
          <a:effectRef idx="0"/>
          <a:fontRef idx="minor"/>
        </p:style>
        <p:txBody>
          <a:bodyPr lIns="0" rIns="0" tIns="0" bIns="0">
            <a:normAutofit/>
          </a:bodyPr>
          <a:p>
            <a:pPr marL="432000" indent="-31572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#include&lt;stdio.h&gt;</a:t>
            </a:r>
            <a:endParaRPr b="0" lang="en-IN" sz="3200" spc="-1" strike="noStrike">
              <a:latin typeface="Arial"/>
            </a:endParaRPr>
          </a:p>
          <a:p>
            <a:pPr marL="432000" indent="-31572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int main()</a:t>
            </a:r>
            <a:endParaRPr b="0" lang="en-IN" sz="3200" spc="-1" strike="noStrike">
              <a:latin typeface="Arial"/>
            </a:endParaRPr>
          </a:p>
          <a:p>
            <a:pPr marL="432000" indent="-31572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a:t>
            </a:r>
            <a:endParaRPr b="0" lang="en-IN" sz="3200" spc="-1" strike="noStrike">
              <a:latin typeface="Arial"/>
            </a:endParaRPr>
          </a:p>
          <a:p>
            <a:pPr marL="432000" indent="-31572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char ch;</a:t>
            </a:r>
            <a:endParaRPr b="0" lang="en-IN" sz="3200" spc="-1" strike="noStrike">
              <a:latin typeface="Arial"/>
            </a:endParaRPr>
          </a:p>
          <a:p>
            <a:pPr marL="432000" indent="-31572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printf("Enter the char\n");</a:t>
            </a:r>
            <a:endParaRPr b="0" lang="en-IN" sz="3200" spc="-1" strike="noStrike">
              <a:latin typeface="Arial"/>
            </a:endParaRPr>
          </a:p>
          <a:p>
            <a:pPr marL="432000" indent="-31572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scanf("%c",&amp;ch);</a:t>
            </a:r>
            <a:endParaRPr b="0" lang="en-IN" sz="3200" spc="-1" strike="noStrike">
              <a:latin typeface="Arial"/>
            </a:endParaRPr>
          </a:p>
          <a:p>
            <a:pPr marL="432000" indent="-31572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if(  ( (ch&gt;='A')&amp;&amp;(ch&lt;='Z') ) || ( (ch&gt;='a')&amp;&amp;(ch&lt;='z') )  )</a:t>
            </a:r>
            <a:endParaRPr b="0" lang="en-IN" sz="3200" spc="-1" strike="noStrike">
              <a:latin typeface="Arial"/>
            </a:endParaRPr>
          </a:p>
          <a:p>
            <a:pPr marL="432000" indent="-31572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a:t>
            </a:r>
            <a:endParaRPr b="0" lang="en-IN" sz="3200" spc="-1" strike="noStrike">
              <a:latin typeface="Arial"/>
            </a:endParaRPr>
          </a:p>
          <a:p>
            <a:pPr marL="432000" indent="-31572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ch = ch^32;</a:t>
            </a:r>
            <a:endParaRPr b="0" lang="en-IN" sz="3200" spc="-1" strike="noStrike">
              <a:latin typeface="Arial"/>
            </a:endParaRPr>
          </a:p>
          <a:p>
            <a:pPr marL="432000" indent="-31572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printf("after conversion, ch = %c\n",ch);</a:t>
            </a:r>
            <a:endParaRPr b="0" lang="en-IN" sz="3200" spc="-1" strike="noStrike">
              <a:latin typeface="Arial"/>
            </a:endParaRPr>
          </a:p>
          <a:p>
            <a:pPr marL="432000" indent="-31572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a:t>
            </a:r>
            <a:endParaRPr b="0" lang="en-IN" sz="3200" spc="-1" strike="noStrike">
              <a:latin typeface="Arial"/>
            </a:endParaRPr>
          </a:p>
          <a:p>
            <a:pPr marL="432000" indent="-31572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else</a:t>
            </a:r>
            <a:endParaRPr b="0" lang="en-IN" sz="3200" spc="-1" strike="noStrike">
              <a:latin typeface="Arial"/>
            </a:endParaRPr>
          </a:p>
          <a:p>
            <a:pPr marL="432000" indent="-31572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printf("not an alphabet\n");</a:t>
            </a:r>
            <a:endParaRPr b="0" lang="en-IN" sz="3200" spc="-1" strike="noStrike">
              <a:latin typeface="Arial"/>
            </a:endParaRPr>
          </a:p>
          <a:p>
            <a:pPr marL="432000" indent="-31572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a:t>
            </a:r>
            <a:endParaRPr b="0" lang="en-IN" sz="3200" spc="-1" strike="noStrike">
              <a:latin typeface="Arial"/>
            </a:endParaRPr>
          </a:p>
        </p:txBody>
      </p:sp>
    </p:spTree>
  </p:cSld>
  <p:timing>
    <p:tnLst>
      <p:par>
        <p:cTn id="55" dur="indefinite" restart="never" nodeType="tmRoot">
          <p:childTnLst>
            <p:seq>
              <p:cTn id="56" dur="indefinite" nodeType="mainSeq"/>
              <p:prevCondLst>
                <p:cond delay="0" evt="onPrev">
                  <p:tgtEl>
                    <p:sldTgt/>
                  </p:tgtEl>
                </p:cond>
              </p:prevCondLst>
              <p:nextCondLst>
                <p:cond delay="0"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3" name="CustomShape 1"/>
          <p:cNvSpPr/>
          <p:nvPr/>
        </p:nvSpPr>
        <p:spPr>
          <a:xfrm>
            <a:off x="91440" y="576000"/>
            <a:ext cx="9576360" cy="543600"/>
          </a:xfrm>
          <a:prstGeom prst="rect">
            <a:avLst/>
          </a:prstGeom>
          <a:noFill/>
          <a:ln>
            <a:noFill/>
          </a:ln>
        </p:spPr>
        <p:style>
          <a:lnRef idx="0"/>
          <a:fillRef idx="0"/>
          <a:effectRef idx="0"/>
          <a:fontRef idx="minor"/>
        </p:style>
        <p:txBody>
          <a:bodyPr lIns="0" rIns="0" tIns="0" bIns="0" anchor="b"/>
          <a:p>
            <a:pPr>
              <a:lnSpc>
                <a:spcPct val="100000"/>
              </a:lnSpc>
            </a:pPr>
            <a:r>
              <a:rPr b="0" lang="en-IN" sz="3600" spc="-1" strike="noStrike">
                <a:solidFill>
                  <a:srgbClr val="ffffff"/>
                </a:solidFill>
                <a:latin typeface="Arial"/>
                <a:ea typeface="DejaVu Sans"/>
              </a:rPr>
              <a:t> </a:t>
            </a:r>
            <a:r>
              <a:rPr b="1" lang="en-IN" sz="3600" spc="-1" strike="noStrike">
                <a:solidFill>
                  <a:srgbClr val="ffffff"/>
                </a:solidFill>
                <a:latin typeface="Times New Roman"/>
                <a:ea typeface="DejaVu Sans"/>
              </a:rPr>
              <a:t>return  ---&gt; immediate exit from the function</a:t>
            </a:r>
            <a:endParaRPr b="0" lang="en-IN" sz="3600" spc="-1" strike="noStrike">
              <a:latin typeface="Arial"/>
            </a:endParaRPr>
          </a:p>
        </p:txBody>
      </p:sp>
      <p:sp>
        <p:nvSpPr>
          <p:cNvPr id="464" name="CustomShape 2"/>
          <p:cNvSpPr/>
          <p:nvPr/>
        </p:nvSpPr>
        <p:spPr>
          <a:xfrm>
            <a:off x="359640" y="1979280"/>
            <a:ext cx="9128880" cy="4632120"/>
          </a:xfrm>
          <a:prstGeom prst="rect">
            <a:avLst/>
          </a:prstGeom>
          <a:noFill/>
          <a:ln>
            <a:noFill/>
          </a:ln>
        </p:spPr>
        <p:style>
          <a:lnRef idx="0"/>
          <a:fillRef idx="0"/>
          <a:effectRef idx="0"/>
          <a:fontRef idx="minor"/>
        </p:style>
        <p:txBody>
          <a:bodyPr lIns="0" rIns="0" tIns="9720" bIns="0">
            <a:normAutofit/>
          </a:bodyPr>
          <a:p>
            <a:pPr>
              <a:lnSpc>
                <a:spcPct val="100000"/>
              </a:lnSpc>
            </a:pPr>
            <a:r>
              <a:rPr b="0" lang="en-IN" sz="3200" spc="-1" strike="noStrike">
                <a:solidFill>
                  <a:srgbClr val="000000"/>
                </a:solidFill>
                <a:latin typeface="Times New Roman"/>
                <a:ea typeface="DejaVu Sans"/>
              </a:rPr>
              <a:t>#include&lt;stdio.h&gt;</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int main()</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printf("Hello...\n");</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return 0;</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printf("Vector\n");</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printf("India\n");</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printf("Chennai\n");</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printf("Embedded\n");</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a:t>
            </a:r>
            <a:endParaRPr b="0" lang="en-IN" sz="3200" spc="-1" strike="noStrike">
              <a:latin typeface="Arial"/>
            </a:endParaRPr>
          </a:p>
        </p:txBody>
      </p:sp>
    </p:spTree>
  </p:cSld>
  <p:timing>
    <p:tnLst>
      <p:par>
        <p:cTn id="57" dur="indefinite" restart="never" nodeType="tmRoot">
          <p:childTnLst>
            <p:seq>
              <p:cTn id="58" dur="indefinite" nodeType="mainSeq"/>
              <p:prevCondLst>
                <p:cond delay="0" evt="onPrev">
                  <p:tgtEl>
                    <p:sldTgt/>
                  </p:tgtEl>
                </p:cond>
              </p:prevCondLst>
              <p:nextCondLst>
                <p:cond delay="0" evt="onNext">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5" name="CustomShape 1"/>
          <p:cNvSpPr/>
          <p:nvPr/>
        </p:nvSpPr>
        <p:spPr>
          <a:xfrm>
            <a:off x="503640" y="405000"/>
            <a:ext cx="9060480" cy="664920"/>
          </a:xfrm>
          <a:prstGeom prst="rect">
            <a:avLst/>
          </a:prstGeom>
          <a:noFill/>
          <a:ln>
            <a:noFill/>
          </a:ln>
        </p:spPr>
        <p:style>
          <a:lnRef idx="0"/>
          <a:fillRef idx="0"/>
          <a:effectRef idx="0"/>
          <a:fontRef idx="minor"/>
        </p:style>
        <p:txBody>
          <a:bodyPr lIns="0" rIns="0" tIns="0" bIns="0" anchor="ctr"/>
          <a:p>
            <a:pPr algn="ctr">
              <a:lnSpc>
                <a:spcPct val="100000"/>
              </a:lnSpc>
            </a:pPr>
            <a:r>
              <a:rPr b="1" lang="en-IN" sz="3200" spc="-1" strike="noStrike">
                <a:solidFill>
                  <a:srgbClr val="ffffff"/>
                </a:solidFill>
                <a:latin typeface="Times New Roman"/>
                <a:ea typeface="DejaVu Sans"/>
              </a:rPr>
              <a:t>Basic calculator prog using else-if                               </a:t>
            </a:r>
            <a:endParaRPr b="0" lang="en-IN" sz="3200" spc="-1" strike="noStrike">
              <a:latin typeface="Arial"/>
            </a:endParaRPr>
          </a:p>
        </p:txBody>
      </p:sp>
      <p:sp>
        <p:nvSpPr>
          <p:cNvPr id="466" name="CustomShape 2"/>
          <p:cNvSpPr/>
          <p:nvPr/>
        </p:nvSpPr>
        <p:spPr>
          <a:xfrm>
            <a:off x="439920" y="1461960"/>
            <a:ext cx="9060480" cy="5014440"/>
          </a:xfrm>
          <a:prstGeom prst="rect">
            <a:avLst/>
          </a:prstGeom>
          <a:noFill/>
          <a:ln>
            <a:noFill/>
          </a:ln>
        </p:spPr>
        <p:style>
          <a:lnRef idx="0"/>
          <a:fillRef idx="0"/>
          <a:effectRef idx="0"/>
          <a:fontRef idx="minor"/>
        </p:style>
      </p:sp>
      <p:sp>
        <p:nvSpPr>
          <p:cNvPr id="467" name="CustomShape 3"/>
          <p:cNvSpPr/>
          <p:nvPr/>
        </p:nvSpPr>
        <p:spPr>
          <a:xfrm>
            <a:off x="504000" y="1479960"/>
            <a:ext cx="9407160" cy="5571360"/>
          </a:xfrm>
          <a:prstGeom prst="rect">
            <a:avLst/>
          </a:prstGeom>
          <a:noFill/>
          <a:ln>
            <a:noFill/>
          </a:ln>
        </p:spPr>
        <p:style>
          <a:lnRef idx="0"/>
          <a:fillRef idx="0"/>
          <a:effectRef idx="0"/>
          <a:fontRef idx="minor"/>
        </p:style>
        <p:txBody>
          <a:bodyPr lIns="90000" rIns="90000" tIns="45000" bIns="45000"/>
          <a:p>
            <a:pPr>
              <a:lnSpc>
                <a:spcPct val="100000"/>
              </a:lnSpc>
            </a:pPr>
            <a:r>
              <a:rPr b="0" lang="en-IN" sz="2400" spc="-1" strike="noStrike">
                <a:solidFill>
                  <a:srgbClr val="000000"/>
                </a:solidFill>
                <a:latin typeface="Times New Roman"/>
                <a:ea typeface="DejaVu Sans"/>
              </a:rPr>
              <a:t>#include&lt;stdio.h&gt;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int main()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char op;</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int x,y,z;</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printf("Enter the x,y values\n");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scanf("%d%d",&amp;x,&amp;y);</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printf("Enter the operator '+','-','*','/','%%'\n");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scanf(" %c",&amp;op);</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if(op == '+')</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z = x+y;</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else if(op == '-')</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z = x-y;</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endParaRPr b="0" lang="en-IN" sz="2400" spc="-1" strike="noStrike">
              <a:latin typeface="Arial"/>
            </a:endParaRPr>
          </a:p>
        </p:txBody>
      </p:sp>
    </p:spTree>
  </p:cSld>
  <p:timing>
    <p:tnLst>
      <p:par>
        <p:cTn id="59" dur="indefinite" restart="never" nodeType="tmRoot">
          <p:childTnLst>
            <p:seq>
              <p:cTn id="60" dur="indefinite" nodeType="mainSeq"/>
              <p:prevCondLst>
                <p:cond delay="0" evt="onPrev">
                  <p:tgtEl>
                    <p:sldTgt/>
                  </p:tgtEl>
                </p:cond>
              </p:prevCondLst>
              <p:nextCondLst>
                <p:cond delay="0"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8" name="CustomShape 1"/>
          <p:cNvSpPr/>
          <p:nvPr/>
        </p:nvSpPr>
        <p:spPr>
          <a:xfrm>
            <a:off x="503640" y="596520"/>
            <a:ext cx="9060480" cy="664920"/>
          </a:xfrm>
          <a:prstGeom prst="rect">
            <a:avLst/>
          </a:prstGeom>
          <a:noFill/>
          <a:ln>
            <a:noFill/>
          </a:ln>
        </p:spPr>
        <p:style>
          <a:lnRef idx="0"/>
          <a:fillRef idx="0"/>
          <a:effectRef idx="0"/>
          <a:fontRef idx="minor"/>
        </p:style>
        <p:txBody>
          <a:bodyPr lIns="0" rIns="0" tIns="0" bIns="0" anchor="ctr"/>
          <a:p>
            <a:pPr algn="ctr">
              <a:lnSpc>
                <a:spcPct val="100000"/>
              </a:lnSpc>
            </a:pPr>
            <a:r>
              <a:rPr b="1" lang="en-IN" sz="3200" spc="-1" strike="noStrike">
                <a:solidFill>
                  <a:srgbClr val="ffffff"/>
                </a:solidFill>
                <a:latin typeface="Times New Roman"/>
                <a:ea typeface="DejaVu Sans"/>
              </a:rPr>
              <a:t>Basic calculator prog using else-if                             </a:t>
            </a:r>
            <a:endParaRPr b="0" lang="en-IN" sz="3200" spc="-1" strike="noStrike">
              <a:latin typeface="Arial"/>
            </a:endParaRPr>
          </a:p>
        </p:txBody>
      </p:sp>
      <p:sp>
        <p:nvSpPr>
          <p:cNvPr id="469" name="CustomShape 2"/>
          <p:cNvSpPr/>
          <p:nvPr/>
        </p:nvSpPr>
        <p:spPr>
          <a:xfrm>
            <a:off x="503640" y="1463400"/>
            <a:ext cx="9060480" cy="5297400"/>
          </a:xfrm>
          <a:prstGeom prst="rect">
            <a:avLst/>
          </a:prstGeom>
          <a:noFill/>
          <a:ln>
            <a:noFill/>
          </a:ln>
        </p:spPr>
        <p:style>
          <a:lnRef idx="0"/>
          <a:fillRef idx="0"/>
          <a:effectRef idx="0"/>
          <a:fontRef idx="minor"/>
        </p:style>
      </p:sp>
      <p:sp>
        <p:nvSpPr>
          <p:cNvPr id="470" name="CustomShape 3"/>
          <p:cNvSpPr/>
          <p:nvPr/>
        </p:nvSpPr>
        <p:spPr>
          <a:xfrm>
            <a:off x="285840" y="1587960"/>
            <a:ext cx="9060480" cy="4474080"/>
          </a:xfrm>
          <a:prstGeom prst="rect">
            <a:avLst/>
          </a:prstGeom>
          <a:noFill/>
          <a:ln>
            <a:noFill/>
          </a:ln>
        </p:spPr>
        <p:style>
          <a:lnRef idx="0"/>
          <a:fillRef idx="0"/>
          <a:effectRef idx="0"/>
          <a:fontRef idx="minor"/>
        </p:style>
        <p:txBody>
          <a:bodyPr lIns="90000" rIns="90000" tIns="45000" bIns="45000"/>
          <a:p>
            <a:pPr>
              <a:lnSpc>
                <a:spcPct val="100000"/>
              </a:lnSpc>
            </a:pPr>
            <a:r>
              <a:rPr b="0" lang="en-IN" sz="2400" spc="-1" strike="noStrike">
                <a:solidFill>
                  <a:srgbClr val="000000"/>
                </a:solidFill>
                <a:latin typeface="Arial"/>
                <a:ea typeface="DejaVu Sans"/>
              </a:rPr>
              <a:t>       </a:t>
            </a: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else if(op == '*')</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z = x*y;</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else if(op == '/')</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z = x/y;</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else if(op == '%')</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z = x%y;</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else {</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printf("Invalid operator...\n");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return 0;</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printf("%d %c %d = %d\n",x,op,y,z);</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a:t>
            </a:r>
            <a:endParaRPr b="0" lang="en-IN" sz="2400" spc="-1" strike="noStrike">
              <a:latin typeface="Arial"/>
            </a:endParaRPr>
          </a:p>
        </p:txBody>
      </p:sp>
    </p:spTree>
  </p:cSld>
  <p:timing>
    <p:tnLst>
      <p:par>
        <p:cTn id="61" dur="indefinite" restart="never" nodeType="tmRoot">
          <p:childTnLst>
            <p:seq>
              <p:cTn id="62" dur="indefinite" nodeType="mainSeq"/>
              <p:prevCondLst>
                <p:cond delay="0" evt="onPrev">
                  <p:tgtEl>
                    <p:sldTgt/>
                  </p:tgtEl>
                </p:cond>
              </p:prevCondLst>
              <p:nextCondLst>
                <p:cond delay="0" evt="onNext">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1" name="CustomShape 1"/>
          <p:cNvSpPr/>
          <p:nvPr/>
        </p:nvSpPr>
        <p:spPr>
          <a:xfrm>
            <a:off x="359640" y="359640"/>
            <a:ext cx="9348120" cy="891360"/>
          </a:xfrm>
          <a:prstGeom prst="rect">
            <a:avLst/>
          </a:prstGeom>
          <a:noFill/>
          <a:ln>
            <a:noFill/>
          </a:ln>
        </p:spPr>
        <p:style>
          <a:lnRef idx="0"/>
          <a:fillRef idx="0"/>
          <a:effectRef idx="0"/>
          <a:fontRef idx="minor"/>
        </p:style>
        <p:txBody>
          <a:bodyPr lIns="0" rIns="0" tIns="0" bIns="0" anchor="b"/>
          <a:p>
            <a:pPr>
              <a:lnSpc>
                <a:spcPct val="100000"/>
              </a:lnSpc>
            </a:pPr>
            <a:r>
              <a:rPr b="1" lang="en-IN" sz="3010" spc="-1" strike="noStrike">
                <a:solidFill>
                  <a:srgbClr val="ffffff"/>
                </a:solidFill>
                <a:latin typeface="Times New Roman"/>
                <a:ea typeface="DejaVu Sans"/>
              </a:rPr>
              <a:t>Switch case Syntax : </a:t>
            </a:r>
            <a:endParaRPr b="0" lang="en-IN" sz="3010" spc="-1" strike="noStrike">
              <a:latin typeface="Arial"/>
            </a:endParaRPr>
          </a:p>
        </p:txBody>
      </p:sp>
      <p:sp>
        <p:nvSpPr>
          <p:cNvPr id="472" name="CustomShape 2"/>
          <p:cNvSpPr/>
          <p:nvPr/>
        </p:nvSpPr>
        <p:spPr>
          <a:xfrm>
            <a:off x="359640" y="1554840"/>
            <a:ext cx="9168120" cy="5204880"/>
          </a:xfrm>
          <a:prstGeom prst="rect">
            <a:avLst/>
          </a:prstGeom>
          <a:noFill/>
          <a:ln>
            <a:noFill/>
          </a:ln>
        </p:spPr>
        <p:style>
          <a:lnRef idx="0"/>
          <a:fillRef idx="0"/>
          <a:effectRef idx="0"/>
          <a:fontRef idx="minor"/>
        </p:style>
        <p:txBody>
          <a:bodyPr lIns="0" rIns="0" tIns="0" bIns="0">
            <a:normAutofit/>
          </a:bodyPr>
          <a:p>
            <a:pPr algn="just">
              <a:lnSpc>
                <a:spcPct val="93000"/>
              </a:lnSpc>
            </a:pPr>
            <a:r>
              <a:rPr b="0" lang="en-IN" sz="2200" spc="-1" strike="noStrike">
                <a:solidFill>
                  <a:srgbClr val="000000"/>
                </a:solidFill>
                <a:latin typeface="Times New Roman"/>
                <a:ea typeface="Droid Sans Fallback"/>
              </a:rPr>
              <a:t>switch (n)</a:t>
            </a:r>
            <a:endParaRPr b="0" lang="en-IN" sz="2200" spc="-1" strike="noStrike">
              <a:latin typeface="Arial"/>
            </a:endParaRPr>
          </a:p>
          <a:p>
            <a:pPr algn="just">
              <a:lnSpc>
                <a:spcPct val="93000"/>
              </a:lnSpc>
            </a:pPr>
            <a:r>
              <a:rPr b="0" lang="en-IN" sz="2200" spc="-1" strike="noStrike">
                <a:solidFill>
                  <a:srgbClr val="000000"/>
                </a:solidFill>
                <a:latin typeface="Times New Roman"/>
                <a:ea typeface="Droid Sans Fallback"/>
              </a:rPr>
              <a:t>{</a:t>
            </a:r>
            <a:endParaRPr b="0" lang="en-IN" sz="2200" spc="-1" strike="noStrike">
              <a:latin typeface="Arial"/>
            </a:endParaRPr>
          </a:p>
          <a:p>
            <a:pPr algn="just">
              <a:lnSpc>
                <a:spcPct val="93000"/>
              </a:lnSpc>
            </a:pPr>
            <a:r>
              <a:rPr b="0" lang="en-IN" sz="2200" spc="-1" strike="noStrike">
                <a:solidFill>
                  <a:srgbClr val="000000"/>
                </a:solidFill>
                <a:latin typeface="Times New Roman"/>
                <a:ea typeface="Droid Sans Fallback"/>
              </a:rPr>
              <a:t>      </a:t>
            </a:r>
            <a:r>
              <a:rPr b="0" lang="en-IN" sz="2200" spc="-1" strike="noStrike">
                <a:solidFill>
                  <a:srgbClr val="000000"/>
                </a:solidFill>
                <a:latin typeface="Times New Roman"/>
                <a:ea typeface="Droid Sans Fallback"/>
              </a:rPr>
              <a:t>case 1: // code to be executed if n = 1;</a:t>
            </a:r>
            <a:endParaRPr b="0" lang="en-IN" sz="2200" spc="-1" strike="noStrike">
              <a:latin typeface="Arial"/>
            </a:endParaRPr>
          </a:p>
          <a:p>
            <a:pPr algn="just">
              <a:lnSpc>
                <a:spcPct val="93000"/>
              </a:lnSpc>
            </a:pPr>
            <a:r>
              <a:rPr b="0" lang="en-IN" sz="2200" spc="-1" strike="noStrike">
                <a:solidFill>
                  <a:srgbClr val="000000"/>
                </a:solidFill>
                <a:latin typeface="Times New Roman"/>
                <a:ea typeface="Droid Sans Fallback"/>
              </a:rPr>
              <a:t>        </a:t>
            </a:r>
            <a:r>
              <a:rPr b="0" lang="en-IN" sz="2200" spc="-1" strike="noStrike">
                <a:solidFill>
                  <a:srgbClr val="000000"/>
                </a:solidFill>
                <a:latin typeface="Times New Roman"/>
                <a:ea typeface="Droid Sans Fallback"/>
              </a:rPr>
              <a:t>	</a:t>
            </a:r>
            <a:r>
              <a:rPr b="0" lang="en-IN" sz="2200" spc="-1" strike="noStrike">
                <a:solidFill>
                  <a:srgbClr val="000000"/>
                </a:solidFill>
                <a:latin typeface="Times New Roman"/>
                <a:ea typeface="Droid Sans Fallback"/>
              </a:rPr>
              <a:t>	</a:t>
            </a:r>
            <a:r>
              <a:rPr b="0" lang="en-IN" sz="2200" spc="-1" strike="noStrike">
                <a:solidFill>
                  <a:srgbClr val="000000"/>
                </a:solidFill>
                <a:latin typeface="Times New Roman"/>
                <a:ea typeface="Droid Sans Fallback"/>
              </a:rPr>
              <a:t>break;</a:t>
            </a:r>
            <a:endParaRPr b="0" lang="en-IN" sz="2200" spc="-1" strike="noStrike">
              <a:latin typeface="Arial"/>
            </a:endParaRPr>
          </a:p>
          <a:p>
            <a:pPr algn="just">
              <a:lnSpc>
                <a:spcPct val="93000"/>
              </a:lnSpc>
            </a:pPr>
            <a:r>
              <a:rPr b="0" lang="en-IN" sz="2200" spc="-1" strike="noStrike">
                <a:solidFill>
                  <a:srgbClr val="000000"/>
                </a:solidFill>
                <a:latin typeface="Times New Roman"/>
                <a:ea typeface="Droid Sans Fallback"/>
              </a:rPr>
              <a:t>      </a:t>
            </a:r>
            <a:r>
              <a:rPr b="0" lang="en-IN" sz="2200" spc="-1" strike="noStrike">
                <a:solidFill>
                  <a:srgbClr val="000000"/>
                </a:solidFill>
                <a:latin typeface="Times New Roman"/>
                <a:ea typeface="Droid Sans Fallback"/>
              </a:rPr>
              <a:t>case 2: // code to be executed if n = 2;</a:t>
            </a:r>
            <a:endParaRPr b="0" lang="en-IN" sz="2200" spc="-1" strike="noStrike">
              <a:latin typeface="Arial"/>
            </a:endParaRPr>
          </a:p>
          <a:p>
            <a:pPr algn="just">
              <a:lnSpc>
                <a:spcPct val="93000"/>
              </a:lnSpc>
            </a:pPr>
            <a:r>
              <a:rPr b="0" lang="en-IN" sz="2200" spc="-1" strike="noStrike">
                <a:solidFill>
                  <a:srgbClr val="000000"/>
                </a:solidFill>
                <a:latin typeface="Times New Roman"/>
                <a:ea typeface="Droid Sans Fallback"/>
              </a:rPr>
              <a:t>      </a:t>
            </a:r>
            <a:r>
              <a:rPr b="0" lang="en-IN" sz="2200" spc="-1" strike="noStrike">
                <a:solidFill>
                  <a:srgbClr val="000000"/>
                </a:solidFill>
                <a:latin typeface="Times New Roman"/>
                <a:ea typeface="Droid Sans Fallback"/>
              </a:rPr>
              <a:t>break;</a:t>
            </a:r>
            <a:endParaRPr b="0" lang="en-IN" sz="2200" spc="-1" strike="noStrike">
              <a:latin typeface="Arial"/>
            </a:endParaRPr>
          </a:p>
          <a:p>
            <a:pPr algn="just">
              <a:lnSpc>
                <a:spcPct val="93000"/>
              </a:lnSpc>
            </a:pPr>
            <a:r>
              <a:rPr b="0" lang="en-IN" sz="2200" spc="-1" strike="noStrike">
                <a:solidFill>
                  <a:srgbClr val="000000"/>
                </a:solidFill>
                <a:latin typeface="Times New Roman"/>
                <a:ea typeface="Droid Sans Fallback"/>
              </a:rPr>
              <a:t> </a:t>
            </a:r>
            <a:endParaRPr b="0" lang="en-IN" sz="2200" spc="-1" strike="noStrike">
              <a:latin typeface="Arial"/>
            </a:endParaRPr>
          </a:p>
          <a:p>
            <a:pPr marL="288000" algn="just">
              <a:lnSpc>
                <a:spcPct val="93000"/>
              </a:lnSpc>
              <a:spcAft>
                <a:spcPts val="1131"/>
              </a:spcAft>
            </a:pPr>
            <a:r>
              <a:rPr b="0" lang="en-IN" sz="2200" spc="-1" strike="noStrike">
                <a:solidFill>
                  <a:srgbClr val="000000"/>
                </a:solidFill>
                <a:latin typeface="Times New Roman"/>
                <a:ea typeface="Droid Sans Fallback"/>
              </a:rPr>
              <a:t>  </a:t>
            </a:r>
            <a:r>
              <a:rPr b="0" lang="en-IN" sz="2200" spc="-1" strike="noStrike">
                <a:solidFill>
                  <a:srgbClr val="000000"/>
                </a:solidFill>
                <a:latin typeface="Times New Roman"/>
                <a:ea typeface="Droid Sans Fallback"/>
              </a:rPr>
              <a:t>-------------</a:t>
            </a:r>
            <a:endParaRPr b="0" lang="en-IN" sz="2200" spc="-1" strike="noStrike">
              <a:latin typeface="Arial"/>
            </a:endParaRPr>
          </a:p>
          <a:p>
            <a:pPr marL="288000" algn="just">
              <a:lnSpc>
                <a:spcPct val="93000"/>
              </a:lnSpc>
              <a:spcAft>
                <a:spcPts val="1131"/>
              </a:spcAft>
            </a:pPr>
            <a:r>
              <a:rPr b="0" lang="en-IN" sz="2200" spc="-1" strike="noStrike">
                <a:solidFill>
                  <a:srgbClr val="000000"/>
                </a:solidFill>
                <a:latin typeface="Times New Roman"/>
                <a:ea typeface="Droid Sans Fallback"/>
              </a:rPr>
              <a:t>  </a:t>
            </a:r>
            <a:r>
              <a:rPr b="0" lang="en-IN" sz="2200" spc="-1" strike="noStrike">
                <a:solidFill>
                  <a:srgbClr val="000000"/>
                </a:solidFill>
                <a:latin typeface="Times New Roman"/>
                <a:ea typeface="Droid Sans Fallback"/>
              </a:rPr>
              <a:t>--------------</a:t>
            </a:r>
            <a:endParaRPr b="0" lang="en-IN" sz="2200" spc="-1" strike="noStrike">
              <a:latin typeface="Arial"/>
            </a:endParaRPr>
          </a:p>
          <a:p>
            <a:pPr marL="288000" algn="just">
              <a:lnSpc>
                <a:spcPct val="93000"/>
              </a:lnSpc>
              <a:spcAft>
                <a:spcPts val="1131"/>
              </a:spcAft>
            </a:pPr>
            <a:r>
              <a:rPr b="0" lang="en-IN" sz="2200" spc="-1" strike="noStrike">
                <a:solidFill>
                  <a:srgbClr val="000000"/>
                </a:solidFill>
                <a:latin typeface="Times New Roman"/>
                <a:ea typeface="Droid Sans Fallback"/>
              </a:rPr>
              <a:t>  </a:t>
            </a:r>
            <a:r>
              <a:rPr b="0" lang="en-IN" sz="2200" spc="-1" strike="noStrike">
                <a:solidFill>
                  <a:srgbClr val="000000"/>
                </a:solidFill>
                <a:latin typeface="Times New Roman"/>
                <a:ea typeface="Droid Sans Fallback"/>
              </a:rPr>
              <a:t>--------------</a:t>
            </a:r>
            <a:endParaRPr b="0" lang="en-IN" sz="2200" spc="-1" strike="noStrike">
              <a:latin typeface="Arial"/>
            </a:endParaRPr>
          </a:p>
          <a:p>
            <a:pPr marL="288000" algn="just">
              <a:lnSpc>
                <a:spcPct val="93000"/>
              </a:lnSpc>
              <a:spcAft>
                <a:spcPts val="1131"/>
              </a:spcAft>
            </a:pPr>
            <a:r>
              <a:rPr b="0" lang="en-IN" sz="2200" spc="-1" strike="noStrike">
                <a:solidFill>
                  <a:srgbClr val="000000"/>
                </a:solidFill>
                <a:latin typeface="Times New Roman"/>
                <a:ea typeface="Droid Sans Fallback"/>
              </a:rPr>
              <a:t>  </a:t>
            </a:r>
            <a:r>
              <a:rPr b="0" lang="en-IN" sz="2200" spc="-1" strike="noStrike">
                <a:solidFill>
                  <a:srgbClr val="000000"/>
                </a:solidFill>
                <a:latin typeface="Times New Roman"/>
                <a:ea typeface="Droid Sans Fallback"/>
              </a:rPr>
              <a:t>case n : // code to be executed </a:t>
            </a:r>
            <a:endParaRPr b="0" lang="en-IN" sz="2200" spc="-1" strike="noStrike">
              <a:latin typeface="Arial"/>
            </a:endParaRPr>
          </a:p>
          <a:p>
            <a:pPr marL="288000" algn="just">
              <a:lnSpc>
                <a:spcPct val="93000"/>
              </a:lnSpc>
              <a:spcAft>
                <a:spcPts val="1131"/>
              </a:spcAft>
            </a:pPr>
            <a:r>
              <a:rPr b="0" lang="en-IN" sz="2200" spc="-1" strike="noStrike">
                <a:solidFill>
                  <a:srgbClr val="000000"/>
                </a:solidFill>
                <a:latin typeface="Times New Roman"/>
                <a:ea typeface="Droid Sans Fallback"/>
              </a:rPr>
              <a:t> </a:t>
            </a:r>
            <a:endParaRPr b="0" lang="en-IN" sz="2200" spc="-1" strike="noStrike">
              <a:latin typeface="Arial"/>
            </a:endParaRPr>
          </a:p>
          <a:p>
            <a:pPr marL="288000" algn="just">
              <a:lnSpc>
                <a:spcPct val="93000"/>
              </a:lnSpc>
            </a:pPr>
            <a:r>
              <a:rPr b="0" lang="en-IN" sz="2200" spc="-1" strike="noStrike">
                <a:solidFill>
                  <a:srgbClr val="000000"/>
                </a:solidFill>
                <a:latin typeface="Times New Roman"/>
                <a:ea typeface="Droid Sans Fallback"/>
              </a:rPr>
              <a:t>  </a:t>
            </a:r>
            <a:r>
              <a:rPr b="0" lang="en-IN" sz="2200" spc="-1" strike="noStrike">
                <a:solidFill>
                  <a:srgbClr val="000000"/>
                </a:solidFill>
                <a:latin typeface="Times New Roman"/>
                <a:ea typeface="Droid Sans Fallback"/>
              </a:rPr>
              <a:t>default: // code to be executed if n doesn't match any cases</a:t>
            </a:r>
            <a:endParaRPr b="0" lang="en-IN" sz="2200" spc="-1" strike="noStrike">
              <a:latin typeface="Arial"/>
            </a:endParaRPr>
          </a:p>
          <a:p>
            <a:pPr marL="288000" algn="just">
              <a:lnSpc>
                <a:spcPct val="93000"/>
              </a:lnSpc>
            </a:pPr>
            <a:r>
              <a:rPr b="0" lang="en-IN" sz="2200" spc="-1" strike="noStrike">
                <a:solidFill>
                  <a:srgbClr val="000000"/>
                </a:solidFill>
                <a:latin typeface="Times New Roman"/>
                <a:ea typeface="Droid Sans Fallback"/>
              </a:rPr>
              <a:t>}</a:t>
            </a:r>
            <a:endParaRPr b="0" lang="en-IN" sz="2200" spc="-1" strike="noStrike">
              <a:latin typeface="Arial"/>
            </a:endParaRPr>
          </a:p>
        </p:txBody>
      </p:sp>
    </p:spTree>
  </p:cSld>
  <p:timing>
    <p:tnLst>
      <p:par>
        <p:cTn id="63" dur="indefinite" restart="never" nodeType="tmRoot">
          <p:childTnLst>
            <p:seq>
              <p:cTn id="64" dur="indefinite" nodeType="mainSeq"/>
              <p:prevCondLst>
                <p:cond delay="0" evt="onPrev">
                  <p:tgtEl>
                    <p:sldTgt/>
                  </p:tgtEl>
                </p:cond>
              </p:prevCondLst>
              <p:nextCondLst>
                <p:cond delay="0" evt="onNext">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CustomShape 1"/>
          <p:cNvSpPr/>
          <p:nvPr/>
        </p:nvSpPr>
        <p:spPr>
          <a:xfrm>
            <a:off x="502920" y="301680"/>
            <a:ext cx="9054000" cy="1249200"/>
          </a:xfrm>
          <a:prstGeom prst="rect">
            <a:avLst/>
          </a:prstGeom>
          <a:noFill/>
          <a:ln>
            <a:noFill/>
          </a:ln>
        </p:spPr>
        <p:style>
          <a:lnRef idx="0"/>
          <a:fillRef idx="0"/>
          <a:effectRef idx="0"/>
          <a:fontRef idx="minor"/>
        </p:style>
        <p:txBody>
          <a:bodyPr lIns="0" rIns="0" tIns="28440" bIns="0" anchor="ctr"/>
          <a:p>
            <a:pPr>
              <a:lnSpc>
                <a:spcPct val="93000"/>
              </a:lnSpc>
            </a:pPr>
            <a:r>
              <a:rPr b="1" lang="en-IN" sz="3200" spc="-1" strike="noStrike">
                <a:solidFill>
                  <a:srgbClr val="ffffff"/>
                </a:solidFill>
                <a:latin typeface="Times New Roman"/>
                <a:ea typeface="Droid Sans Fallback"/>
              </a:rPr>
              <a:t>Switch Statement in C</a:t>
            </a:r>
            <a:r>
              <a:rPr b="1" lang="en-IN" sz="4400" spc="-1" strike="noStrike">
                <a:solidFill>
                  <a:srgbClr val="ffffff"/>
                </a:solidFill>
                <a:latin typeface="Arial"/>
                <a:ea typeface="Droid Sans Fallback"/>
              </a:rPr>
              <a:t>	</a:t>
            </a:r>
            <a:endParaRPr b="0" lang="en-IN" sz="4400" spc="-1" strike="noStrike">
              <a:latin typeface="Arial"/>
            </a:endParaRPr>
          </a:p>
        </p:txBody>
      </p:sp>
      <p:sp>
        <p:nvSpPr>
          <p:cNvPr id="474" name="CustomShape 2"/>
          <p:cNvSpPr/>
          <p:nvPr/>
        </p:nvSpPr>
        <p:spPr>
          <a:xfrm>
            <a:off x="502920" y="279360"/>
            <a:ext cx="9054000" cy="7353720"/>
          </a:xfrm>
          <a:prstGeom prst="rect">
            <a:avLst/>
          </a:prstGeom>
          <a:noFill/>
          <a:ln>
            <a:noFill/>
          </a:ln>
        </p:spPr>
        <p:style>
          <a:lnRef idx="0"/>
          <a:fillRef idx="0"/>
          <a:effectRef idx="0"/>
          <a:fontRef idx="minor"/>
        </p:style>
        <p:txBody>
          <a:bodyPr lIns="0" rIns="0" tIns="19440" bIns="0" anchor="ctr"/>
          <a:p>
            <a:pPr algn="just">
              <a:lnSpc>
                <a:spcPct val="93000"/>
              </a:lnSpc>
            </a:pPr>
            <a:endParaRPr b="0" lang="en-IN" sz="18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p:txBody>
      </p:sp>
      <p:pic>
        <p:nvPicPr>
          <p:cNvPr id="475" name="" descr=""/>
          <p:cNvPicPr/>
          <p:nvPr/>
        </p:nvPicPr>
        <p:blipFill>
          <a:blip r:embed="rId1"/>
          <a:stretch/>
        </p:blipFill>
        <p:spPr>
          <a:xfrm>
            <a:off x="822600" y="1558800"/>
            <a:ext cx="7304400" cy="5837400"/>
          </a:xfrm>
          <a:prstGeom prst="rect">
            <a:avLst/>
          </a:prstGeom>
          <a:ln>
            <a:noFill/>
          </a:ln>
        </p:spPr>
      </p:pic>
    </p:spTree>
  </p:cSld>
  <p:timing>
    <p:tnLst>
      <p:par>
        <p:cTn id="65" dur="indefinite" restart="never" nodeType="tmRoot">
          <p:childTnLst>
            <p:seq>
              <p:cTn id="66" dur="indefinite" nodeType="mainSeq"/>
              <p:prevCondLst>
                <p:cond delay="0" evt="onPrev">
                  <p:tgtEl>
                    <p:sldTgt/>
                  </p:tgtEl>
                </p:cond>
              </p:prevCondLst>
              <p:nextCondLst>
                <p:cond delay="0" evt="onNext">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CustomShape 1"/>
          <p:cNvSpPr/>
          <p:nvPr/>
        </p:nvSpPr>
        <p:spPr>
          <a:xfrm>
            <a:off x="360" y="1737720"/>
            <a:ext cx="10191960" cy="3651120"/>
          </a:xfrm>
          <a:prstGeom prst="rect">
            <a:avLst/>
          </a:prstGeom>
          <a:noFill/>
          <a:ln>
            <a:noFill/>
          </a:ln>
        </p:spPr>
        <p:style>
          <a:lnRef idx="0"/>
          <a:fillRef idx="0"/>
          <a:effectRef idx="0"/>
          <a:fontRef idx="minor"/>
        </p:style>
        <p:txBody>
          <a:bodyPr lIns="90000" rIns="90000" tIns="45000" bIns="45000"/>
          <a:p>
            <a:pPr>
              <a:lnSpc>
                <a:spcPct val="100000"/>
              </a:lnSpc>
            </a:pPr>
            <a:endParaRPr b="0" lang="en-IN" sz="1800" spc="-1" strike="noStrike">
              <a:latin typeface="Arial"/>
            </a:endParaRPr>
          </a:p>
          <a:p>
            <a:pPr>
              <a:lnSpc>
                <a:spcPct val="100000"/>
              </a:lnSpc>
            </a:pPr>
            <a:r>
              <a:rPr b="0" lang="en-IN" sz="2200" spc="-1" strike="noStrike">
                <a:solidFill>
                  <a:srgbClr val="000000"/>
                </a:solidFill>
                <a:latin typeface="Arial"/>
                <a:ea typeface="Droid Sans Fallback"/>
              </a:rPr>
              <a:t>               </a:t>
            </a:r>
            <a:r>
              <a:rPr b="0" lang="en-IN" sz="2800" spc="-1" strike="noStrike">
                <a:solidFill>
                  <a:srgbClr val="000000"/>
                </a:solidFill>
                <a:latin typeface="Times New Roman"/>
                <a:ea typeface="Droid Sans Fallback"/>
              </a:rPr>
              <a:t>Switch case statements are a substitute for long if statements</a:t>
            </a:r>
            <a:r>
              <a:rPr b="0" lang="en-IN" sz="2800" spc="-1" strike="noStrike">
                <a:solidFill>
                  <a:srgbClr val="000000"/>
                </a:solidFill>
                <a:latin typeface="Times New Roman"/>
                <a:ea typeface="Droid Sans Fallback"/>
              </a:rPr>
              <a:t>	</a:t>
            </a:r>
            <a:r>
              <a:rPr b="0" lang="en-IN" sz="2800" spc="-1" strike="noStrike">
                <a:solidFill>
                  <a:srgbClr val="000000"/>
                </a:solidFill>
                <a:latin typeface="Times New Roman"/>
                <a:ea typeface="Droid Sans Fallback"/>
              </a:rPr>
              <a:t>that compare a variable to several integral values.</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solidFill>
                  <a:srgbClr val="000000"/>
                </a:solidFill>
                <a:latin typeface="Times New Roman"/>
                <a:ea typeface="Droid Sans Fallback"/>
              </a:rPr>
              <a:t>              </a:t>
            </a:r>
            <a:r>
              <a:rPr b="0" lang="en-IN" sz="2800" spc="-1" strike="noStrike">
                <a:solidFill>
                  <a:srgbClr val="000000"/>
                </a:solidFill>
                <a:latin typeface="Times New Roman"/>
                <a:ea typeface="Droid Sans Fallback"/>
              </a:rPr>
              <a:t>The switch statement is a multi way branch statement. It provides an easy way to dispatch execution to different parts of code based on the value of the expression.</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solidFill>
                  <a:srgbClr val="000000"/>
                </a:solidFill>
                <a:latin typeface="Times New Roman"/>
                <a:ea typeface="Droid Sans Fallback"/>
              </a:rPr>
              <a:t>              </a:t>
            </a:r>
            <a:r>
              <a:rPr b="0" lang="en-IN" sz="2800" spc="-1" strike="noStrike">
                <a:solidFill>
                  <a:srgbClr val="000000"/>
                </a:solidFill>
                <a:latin typeface="Times New Roman"/>
                <a:ea typeface="Droid Sans Fallback"/>
              </a:rPr>
              <a:t>Switch is a control statement that allows a value to change control of execution.</a:t>
            </a:r>
            <a:endParaRPr b="0" lang="en-IN" sz="2800" spc="-1" strike="noStrike">
              <a:latin typeface="Arial"/>
            </a:endParaRPr>
          </a:p>
        </p:txBody>
      </p:sp>
      <p:sp>
        <p:nvSpPr>
          <p:cNvPr id="477" name="CustomShape 2"/>
          <p:cNvSpPr/>
          <p:nvPr/>
        </p:nvSpPr>
        <p:spPr>
          <a:xfrm>
            <a:off x="359640" y="359640"/>
            <a:ext cx="9348120" cy="891360"/>
          </a:xfrm>
          <a:prstGeom prst="rect">
            <a:avLst/>
          </a:prstGeom>
          <a:noFill/>
          <a:ln>
            <a:noFill/>
          </a:ln>
        </p:spPr>
        <p:style>
          <a:lnRef idx="0"/>
          <a:fillRef idx="0"/>
          <a:effectRef idx="0"/>
          <a:fontRef idx="minor"/>
        </p:style>
        <p:txBody>
          <a:bodyPr lIns="0" rIns="0" tIns="0" bIns="0" anchor="b"/>
          <a:p>
            <a:pPr>
              <a:lnSpc>
                <a:spcPct val="100000"/>
              </a:lnSpc>
            </a:pPr>
            <a:r>
              <a:rPr b="1" lang="en-IN" sz="3010" spc="-1" strike="noStrike">
                <a:solidFill>
                  <a:srgbClr val="ffffff"/>
                </a:solidFill>
                <a:latin typeface="Times New Roman"/>
                <a:ea typeface="DejaVu Sans"/>
              </a:rPr>
              <a:t>Switch case description</a:t>
            </a:r>
            <a:endParaRPr b="0" lang="en-IN" sz="3010" spc="-1" strike="noStrike">
              <a:latin typeface="Arial"/>
            </a:endParaRPr>
          </a:p>
        </p:txBody>
      </p:sp>
    </p:spTree>
  </p:cSld>
  <p:timing>
    <p:tnLst>
      <p:par>
        <p:cTn id="67" dur="indefinite" restart="never" nodeType="tmRoot">
          <p:childTnLst>
            <p:seq>
              <p:cTn id="68" dur="indefinite" nodeType="mainSeq"/>
              <p:prevCondLst>
                <p:cond delay="0" evt="onPrev">
                  <p:tgtEl>
                    <p:sldTgt/>
                  </p:tgtEl>
                </p:cond>
              </p:prevCondLst>
              <p:nextCondLst>
                <p:cond delay="0" evt="onNext">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CustomShape 1"/>
          <p:cNvSpPr/>
          <p:nvPr/>
        </p:nvSpPr>
        <p:spPr>
          <a:xfrm>
            <a:off x="502920" y="301680"/>
            <a:ext cx="9054000" cy="1249200"/>
          </a:xfrm>
          <a:prstGeom prst="rect">
            <a:avLst/>
          </a:prstGeom>
          <a:noFill/>
          <a:ln>
            <a:noFill/>
          </a:ln>
        </p:spPr>
        <p:style>
          <a:lnRef idx="0"/>
          <a:fillRef idx="0"/>
          <a:effectRef idx="0"/>
          <a:fontRef idx="minor"/>
        </p:style>
        <p:txBody>
          <a:bodyPr lIns="0" rIns="0" tIns="28440" bIns="0" anchor="ctr"/>
          <a:p>
            <a:pPr>
              <a:lnSpc>
                <a:spcPct val="93000"/>
              </a:lnSpc>
            </a:pPr>
            <a:r>
              <a:rPr b="1" lang="en-IN" sz="3200" spc="-1" strike="noStrike">
                <a:solidFill>
                  <a:srgbClr val="ffffff"/>
                </a:solidFill>
                <a:latin typeface="Arial"/>
                <a:ea typeface="Droid Sans Fallback"/>
              </a:rPr>
              <a:t>Restrictions  of switch cases :</a:t>
            </a:r>
            <a:r>
              <a:rPr b="1" lang="en-IN" sz="3200" spc="-1" strike="noStrike">
                <a:solidFill>
                  <a:srgbClr val="000000"/>
                </a:solidFill>
                <a:latin typeface="Arial"/>
                <a:ea typeface="Droid Sans Fallback"/>
              </a:rPr>
              <a:t>	</a:t>
            </a:r>
            <a:endParaRPr b="0" lang="en-IN" sz="3200" spc="-1" strike="noStrike">
              <a:latin typeface="Arial"/>
            </a:endParaRPr>
          </a:p>
        </p:txBody>
      </p:sp>
      <p:sp>
        <p:nvSpPr>
          <p:cNvPr id="479" name="CustomShape 2"/>
          <p:cNvSpPr/>
          <p:nvPr/>
        </p:nvSpPr>
        <p:spPr>
          <a:xfrm>
            <a:off x="502920" y="-2758320"/>
            <a:ext cx="9054000" cy="13427640"/>
          </a:xfrm>
          <a:prstGeom prst="rect">
            <a:avLst/>
          </a:prstGeom>
          <a:noFill/>
          <a:ln>
            <a:noFill/>
          </a:ln>
        </p:spPr>
        <p:style>
          <a:lnRef idx="0"/>
          <a:fillRef idx="0"/>
          <a:effectRef idx="0"/>
          <a:fontRef idx="minor"/>
        </p:style>
        <p:txBody>
          <a:bodyPr lIns="0" rIns="0" tIns="19440" bIns="0" anchor="ctr"/>
          <a:p>
            <a:pPr>
              <a:lnSpc>
                <a:spcPct val="100000"/>
              </a:lnSpc>
            </a:pP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p:txBody>
      </p:sp>
      <p:sp>
        <p:nvSpPr>
          <p:cNvPr id="480" name="CustomShape 3"/>
          <p:cNvSpPr/>
          <p:nvPr/>
        </p:nvSpPr>
        <p:spPr>
          <a:xfrm>
            <a:off x="502920" y="1737720"/>
            <a:ext cx="9251640" cy="4777200"/>
          </a:xfrm>
          <a:prstGeom prst="rect">
            <a:avLst/>
          </a:prstGeom>
          <a:noFill/>
          <a:ln>
            <a:noFill/>
          </a:ln>
        </p:spPr>
        <p:style>
          <a:lnRef idx="0"/>
          <a:fillRef idx="0"/>
          <a:effectRef idx="0"/>
          <a:fontRef idx="minor"/>
        </p:style>
        <p:txBody>
          <a:bodyPr lIns="90000" rIns="90000" tIns="45000" bIns="45000"/>
          <a:p>
            <a:pPr>
              <a:lnSpc>
                <a:spcPct val="100000"/>
              </a:lnSpc>
            </a:pPr>
            <a:r>
              <a:rPr b="0" lang="en-IN" sz="2200" spc="-1" strike="noStrike">
                <a:solidFill>
                  <a:srgbClr val="000000"/>
                </a:solidFill>
                <a:latin typeface="Arial"/>
                <a:ea typeface="DejaVu Sans"/>
              </a:rPr>
              <a:t>1. The switch case statements must  be either integer constant or char constant only.</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solidFill>
                  <a:srgbClr val="000000"/>
                </a:solidFill>
                <a:latin typeface="Arial"/>
                <a:ea typeface="DejaVu Sans"/>
              </a:rPr>
              <a:t>2. switch case labels should not be</a:t>
            </a:r>
            <a:endParaRPr b="0" lang="en-IN" sz="2200" spc="-1" strike="noStrike">
              <a:latin typeface="Arial"/>
            </a:endParaRPr>
          </a:p>
          <a:p>
            <a:pPr>
              <a:lnSpc>
                <a:spcPct val="100000"/>
              </a:lnSpc>
            </a:pPr>
            <a:r>
              <a:rPr b="0" lang="en-IN" sz="2200" spc="-1" strike="noStrike">
                <a:solidFill>
                  <a:srgbClr val="000000"/>
                </a:solidFill>
                <a:latin typeface="Arial"/>
                <a:ea typeface="DejaVu Sans"/>
              </a:rPr>
              <a:t>    </a:t>
            </a:r>
            <a:r>
              <a:rPr b="0" lang="en-IN" sz="2200" spc="-1" strike="noStrike">
                <a:solidFill>
                  <a:srgbClr val="000000"/>
                </a:solidFill>
                <a:latin typeface="Arial"/>
                <a:ea typeface="DejaVu Sans"/>
              </a:rPr>
              <a:t>Variables,</a:t>
            </a:r>
            <a:endParaRPr b="0" lang="en-IN" sz="2200" spc="-1" strike="noStrike">
              <a:latin typeface="Arial"/>
            </a:endParaRPr>
          </a:p>
          <a:p>
            <a:pPr>
              <a:lnSpc>
                <a:spcPct val="100000"/>
              </a:lnSpc>
            </a:pPr>
            <a:r>
              <a:rPr b="0" lang="en-IN" sz="2200" spc="-1" strike="noStrike">
                <a:solidFill>
                  <a:srgbClr val="000000"/>
                </a:solidFill>
                <a:latin typeface="Arial"/>
                <a:ea typeface="DejaVu Sans"/>
              </a:rPr>
              <a:t>    </a:t>
            </a:r>
            <a:r>
              <a:rPr b="0" lang="en-IN" sz="2200" spc="-1" strike="noStrike">
                <a:solidFill>
                  <a:srgbClr val="000000"/>
                </a:solidFill>
                <a:latin typeface="Arial"/>
                <a:ea typeface="DejaVu Sans"/>
              </a:rPr>
              <a:t>Floating point numbers,</a:t>
            </a:r>
            <a:endParaRPr b="0" lang="en-IN" sz="2200" spc="-1" strike="noStrike">
              <a:latin typeface="Arial"/>
            </a:endParaRPr>
          </a:p>
          <a:p>
            <a:pPr>
              <a:lnSpc>
                <a:spcPct val="100000"/>
              </a:lnSpc>
            </a:pPr>
            <a:r>
              <a:rPr b="0" lang="en-IN" sz="2200" spc="-1" strike="noStrike">
                <a:solidFill>
                  <a:srgbClr val="000000"/>
                </a:solidFill>
                <a:latin typeface="Arial"/>
                <a:ea typeface="DejaVu Sans"/>
              </a:rPr>
              <a:t>    </a:t>
            </a:r>
            <a:r>
              <a:rPr b="0" lang="en-IN" sz="2200" spc="-1" strike="noStrike">
                <a:solidFill>
                  <a:srgbClr val="000000"/>
                </a:solidFill>
                <a:latin typeface="Arial"/>
                <a:ea typeface="DejaVu Sans"/>
              </a:rPr>
              <a:t>Strings,</a:t>
            </a:r>
            <a:endParaRPr b="0" lang="en-IN" sz="2200" spc="-1" strike="noStrike">
              <a:latin typeface="Arial"/>
            </a:endParaRPr>
          </a:p>
          <a:p>
            <a:pPr>
              <a:lnSpc>
                <a:spcPct val="100000"/>
              </a:lnSpc>
            </a:pPr>
            <a:r>
              <a:rPr b="0" lang="en-IN" sz="2200" spc="-1" strike="noStrike">
                <a:solidFill>
                  <a:srgbClr val="000000"/>
                </a:solidFill>
                <a:latin typeface="Arial"/>
                <a:ea typeface="DejaVu Sans"/>
              </a:rPr>
              <a:t>    </a:t>
            </a:r>
            <a:r>
              <a:rPr b="0" lang="en-IN" sz="2200" spc="-1" strike="noStrike">
                <a:solidFill>
                  <a:srgbClr val="000000"/>
                </a:solidFill>
                <a:latin typeface="Arial"/>
                <a:ea typeface="DejaVu Sans"/>
              </a:rPr>
              <a:t>Duplicate cases.</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solidFill>
                  <a:srgbClr val="000000"/>
                </a:solidFill>
                <a:latin typeface="Arial"/>
                <a:ea typeface="DejaVu Sans"/>
              </a:rPr>
              <a:t>3. break is keyword should be used for switch cases to execute only the particular cases.</a:t>
            </a:r>
            <a:endParaRPr b="0" lang="en-IN" sz="2200" spc="-1" strike="noStrike">
              <a:latin typeface="Arial"/>
            </a:endParaRPr>
          </a:p>
          <a:p>
            <a:pPr>
              <a:lnSpc>
                <a:spcPct val="100000"/>
              </a:lnSpc>
            </a:pPr>
            <a:endParaRPr b="0" lang="en-IN" sz="2200" spc="-1" strike="noStrike">
              <a:latin typeface="Arial"/>
            </a:endParaRPr>
          </a:p>
          <a:p>
            <a:pPr>
              <a:lnSpc>
                <a:spcPct val="100000"/>
              </a:lnSpc>
            </a:pPr>
            <a:r>
              <a:rPr b="0" lang="en-IN" sz="2200" spc="-1" strike="noStrike">
                <a:solidFill>
                  <a:srgbClr val="000000"/>
                </a:solidFill>
                <a:latin typeface="Arial"/>
                <a:ea typeface="DejaVu Sans"/>
              </a:rPr>
              <a:t>4. if there is no break, then the control is automatically falls to the next cases for execution until there is break found.</a:t>
            </a:r>
            <a:endParaRPr b="0" lang="en-IN" sz="2200" spc="-1" strike="noStrike">
              <a:latin typeface="Arial"/>
            </a:endParaRPr>
          </a:p>
        </p:txBody>
      </p:sp>
    </p:spTree>
  </p:cSld>
  <p:timing>
    <p:tnLst>
      <p:par>
        <p:cTn id="69" dur="indefinite" restart="never" nodeType="tmRoot">
          <p:childTnLst>
            <p:seq>
              <p:cTn id="70" dur="indefinite" nodeType="mainSeq"/>
              <p:prevCondLst>
                <p:cond delay="0" evt="onPrev">
                  <p:tgtEl>
                    <p:sldTgt/>
                  </p:tgtEl>
                </p:cond>
              </p:prevCondLst>
              <p:nextCondLst>
                <p:cond delay="0"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CustomShape 1"/>
          <p:cNvSpPr/>
          <p:nvPr/>
        </p:nvSpPr>
        <p:spPr>
          <a:xfrm>
            <a:off x="503640" y="500760"/>
            <a:ext cx="9060480" cy="664920"/>
          </a:xfrm>
          <a:prstGeom prst="rect">
            <a:avLst/>
          </a:prstGeom>
          <a:noFill/>
          <a:ln>
            <a:noFill/>
          </a:ln>
        </p:spPr>
        <p:style>
          <a:lnRef idx="0"/>
          <a:fillRef idx="0"/>
          <a:effectRef idx="0"/>
          <a:fontRef idx="minor"/>
        </p:style>
        <p:txBody>
          <a:bodyPr lIns="0" rIns="0" tIns="0" bIns="0" anchor="ctr"/>
          <a:p>
            <a:pPr algn="ctr">
              <a:lnSpc>
                <a:spcPct val="100000"/>
              </a:lnSpc>
            </a:pPr>
            <a:r>
              <a:rPr b="1" lang="en-IN" sz="3600" spc="-1" strike="noStrike">
                <a:solidFill>
                  <a:srgbClr val="ffffff"/>
                </a:solidFill>
                <a:latin typeface="Times New Roman"/>
                <a:ea typeface="DejaVu Sans"/>
              </a:rPr>
              <a:t>Example on switch                                              </a:t>
            </a:r>
            <a:endParaRPr b="0" lang="en-IN" sz="3600" spc="-1" strike="noStrike">
              <a:latin typeface="Arial"/>
            </a:endParaRPr>
          </a:p>
        </p:txBody>
      </p:sp>
      <p:sp>
        <p:nvSpPr>
          <p:cNvPr id="482" name="CustomShape 2"/>
          <p:cNvSpPr/>
          <p:nvPr/>
        </p:nvSpPr>
        <p:spPr>
          <a:xfrm>
            <a:off x="360000" y="1463400"/>
            <a:ext cx="9204120" cy="5661000"/>
          </a:xfrm>
          <a:prstGeom prst="rect">
            <a:avLst/>
          </a:prstGeom>
          <a:noFill/>
          <a:ln>
            <a:noFill/>
          </a:ln>
        </p:spPr>
        <p:style>
          <a:lnRef idx="0"/>
          <a:fillRef idx="0"/>
          <a:effectRef idx="0"/>
          <a:fontRef idx="minor"/>
        </p:style>
        <p:txBody>
          <a:bodyPr lIns="0" rIns="0" tIns="0" bIns="0">
            <a:normAutofit/>
          </a:bodyPr>
          <a:p>
            <a:pPr marL="432000" indent="-31608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#include&lt;stdio.h&gt;</a:t>
            </a:r>
            <a:endParaRPr b="0" lang="en-IN" sz="2600" spc="-1" strike="noStrike">
              <a:latin typeface="Arial"/>
            </a:endParaRPr>
          </a:p>
          <a:p>
            <a:pPr marL="432000" indent="-31608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int main( )</a:t>
            </a:r>
            <a:endParaRPr b="0" lang="en-IN" sz="2600" spc="-1" strike="noStrike">
              <a:latin typeface="Arial"/>
            </a:endParaRPr>
          </a:p>
          <a:p>
            <a:pPr marL="432000" indent="-31608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a:t>
            </a:r>
            <a:endParaRPr b="0" lang="en-IN" sz="2600" spc="-1" strike="noStrike">
              <a:latin typeface="Arial"/>
            </a:endParaRPr>
          </a:p>
          <a:p>
            <a:pPr marL="432000" indent="-31608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int op;</a:t>
            </a:r>
            <a:endParaRPr b="0" lang="en-IN" sz="2600" spc="-1" strike="noStrike">
              <a:latin typeface="Arial"/>
            </a:endParaRPr>
          </a:p>
          <a:p>
            <a:pPr marL="432000" indent="-31608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printf("Enter the option\n");        scanf("%d",&amp;op);</a:t>
            </a:r>
            <a:endParaRPr b="0" lang="en-IN" sz="2600" spc="-1" strike="noStrike">
              <a:latin typeface="Arial"/>
            </a:endParaRPr>
          </a:p>
          <a:p>
            <a:pPr marL="432000" indent="-31608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switch(op)</a:t>
            </a:r>
            <a:endParaRPr b="0" lang="en-IN" sz="2600" spc="-1" strike="noStrike">
              <a:latin typeface="Arial"/>
            </a:endParaRPr>
          </a:p>
          <a:p>
            <a:pPr marL="432000" indent="-31608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a:t>
            </a:r>
            <a:endParaRPr b="0" lang="en-IN" sz="2600" spc="-1" strike="noStrike">
              <a:latin typeface="Arial"/>
            </a:endParaRPr>
          </a:p>
          <a:p>
            <a:pPr marL="432000" indent="-31608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case 1: printf("case-1\n");      printf("Hello...\n");          break;</a:t>
            </a:r>
            <a:endParaRPr b="0" lang="en-IN" sz="2600" spc="-1" strike="noStrike">
              <a:latin typeface="Arial"/>
            </a:endParaRPr>
          </a:p>
          <a:p>
            <a:pPr marL="432000" indent="-31608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case 2: printf("case-2\n");      printf("Hai...\n");             break;</a:t>
            </a:r>
            <a:endParaRPr b="0" lang="en-IN" sz="2600" spc="-1" strike="noStrike">
              <a:latin typeface="Arial"/>
            </a:endParaRPr>
          </a:p>
          <a:p>
            <a:pPr marL="432000" indent="-31608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case 3: printf("case-3\n");      printf("bye...\n");             break;</a:t>
            </a:r>
            <a:endParaRPr b="0" lang="en-IN" sz="2600" spc="-1" strike="noStrike">
              <a:latin typeface="Arial"/>
            </a:endParaRPr>
          </a:p>
          <a:p>
            <a:pPr marL="432000" indent="-31608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default: printf("default...\n");   </a:t>
            </a:r>
            <a:endParaRPr b="0" lang="en-IN" sz="2600" spc="-1" strike="noStrike">
              <a:latin typeface="Arial"/>
            </a:endParaRPr>
          </a:p>
          <a:p>
            <a:pPr marL="432000" indent="-31608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printf("options other than 1,2 &amp; 3\n");</a:t>
            </a:r>
            <a:endParaRPr b="0" lang="en-IN" sz="2600" spc="-1" strike="noStrike">
              <a:latin typeface="Arial"/>
            </a:endParaRPr>
          </a:p>
          <a:p>
            <a:pPr marL="432000" indent="-31608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a:t>
            </a:r>
            <a:endParaRPr b="0" lang="en-IN" sz="2600" spc="-1" strike="noStrike">
              <a:latin typeface="Arial"/>
            </a:endParaRPr>
          </a:p>
          <a:p>
            <a:pPr marL="432000" indent="-31608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a:t>
            </a:r>
            <a:endParaRPr b="0" lang="en-IN" sz="2600" spc="-1" strike="noStrike">
              <a:latin typeface="Arial"/>
            </a:endParaRPr>
          </a:p>
        </p:txBody>
      </p:sp>
    </p:spTree>
  </p:cSld>
  <p:timing>
    <p:tnLst>
      <p:par>
        <p:cTn id="71" dur="indefinite" restart="never" nodeType="tmRoot">
          <p:childTnLst>
            <p:seq>
              <p:cTn id="72" dur="indefinite" nodeType="mainSeq"/>
              <p:prevCondLst>
                <p:cond delay="0" evt="onPrev">
                  <p:tgtEl>
                    <p:sldTgt/>
                  </p:tgtEl>
                </p:cond>
              </p:prevCondLst>
              <p:nextCondLst>
                <p:cond delay="0" evt="onNext">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CustomShape 1"/>
          <p:cNvSpPr/>
          <p:nvPr/>
        </p:nvSpPr>
        <p:spPr>
          <a:xfrm>
            <a:off x="359640" y="103320"/>
            <a:ext cx="9276480" cy="133524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ffffff"/>
                </a:solidFill>
                <a:latin typeface="Arial"/>
                <a:ea typeface="DejaVu Sans"/>
              </a:rPr>
              <a:t> </a:t>
            </a:r>
            <a:r>
              <a:rPr b="1" lang="en-IN" sz="3200" spc="-1" strike="noStrike">
                <a:solidFill>
                  <a:srgbClr val="ffffff"/>
                </a:solidFill>
                <a:latin typeface="Times New Roman"/>
                <a:ea typeface="DejaVu Sans"/>
              </a:rPr>
              <a:t>Basic calculator program using switch                         </a:t>
            </a:r>
            <a:endParaRPr b="0" lang="en-IN" sz="3200" spc="-1" strike="noStrike">
              <a:latin typeface="Arial"/>
            </a:endParaRPr>
          </a:p>
        </p:txBody>
      </p:sp>
      <p:sp>
        <p:nvSpPr>
          <p:cNvPr id="484" name="CustomShape 2"/>
          <p:cNvSpPr/>
          <p:nvPr/>
        </p:nvSpPr>
        <p:spPr>
          <a:xfrm>
            <a:off x="503640" y="1769040"/>
            <a:ext cx="9060840" cy="4377960"/>
          </a:xfrm>
          <a:prstGeom prst="rect">
            <a:avLst/>
          </a:prstGeom>
          <a:noFill/>
          <a:ln>
            <a:noFill/>
          </a:ln>
        </p:spPr>
        <p:style>
          <a:lnRef idx="0"/>
          <a:fillRef idx="0"/>
          <a:effectRef idx="0"/>
          <a:fontRef idx="minor"/>
        </p:style>
        <p:txBody>
          <a:bodyPr lIns="0" rIns="0" tIns="0" bIns="0">
            <a:normAutofit/>
          </a:bodyPr>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#include&lt;stdio.h&gt;</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int main()</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char op;</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int x,y,z;</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printf("Enter the x,y values\n");</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scanf("%d%d",&amp;x,&amp;y);</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printf("Enter the operator '+','-','*','/','%%'\n");</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scanf(" %c",&amp;op);</a:t>
            </a:r>
            <a:endParaRPr b="0" lang="en-IN" sz="3200" spc="-1" strike="noStrike">
              <a:latin typeface="Arial"/>
            </a:endParaRPr>
          </a:p>
        </p:txBody>
      </p:sp>
    </p:spTree>
  </p:cSld>
  <p:timing>
    <p:tnLst>
      <p:par>
        <p:cTn id="73" dur="indefinite" restart="never" nodeType="tmRoot">
          <p:childTnLst>
            <p:seq>
              <p:cTn id="74" dur="indefinite" nodeType="mainSeq"/>
              <p:prevCondLst>
                <p:cond delay="0" evt="onPrev">
                  <p:tgtEl>
                    <p:sldTgt/>
                  </p:tgtEl>
                </p:cond>
              </p:prevCondLst>
              <p:nextCondLst>
                <p:cond delay="0" evt="onNext">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CustomShape 1"/>
          <p:cNvSpPr/>
          <p:nvPr/>
        </p:nvSpPr>
        <p:spPr>
          <a:xfrm>
            <a:off x="323640" y="1463040"/>
            <a:ext cx="9097200" cy="5388840"/>
          </a:xfrm>
          <a:prstGeom prst="rect">
            <a:avLst/>
          </a:prstGeom>
          <a:noFill/>
          <a:ln>
            <a:noFill/>
          </a:ln>
        </p:spPr>
        <p:style>
          <a:lnRef idx="0"/>
          <a:fillRef idx="0"/>
          <a:effectRef idx="0"/>
          <a:fontRef idx="minor"/>
        </p:style>
        <p:txBody>
          <a:bodyPr lIns="0" rIns="0" tIns="0" bIns="0">
            <a:normAutofit/>
          </a:bodyPr>
          <a:p>
            <a:pPr marL="432000" indent="-316440">
              <a:lnSpc>
                <a:spcPct val="100000"/>
              </a:lnSpc>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Times New Roman"/>
                <a:ea typeface="DejaVu Sans"/>
              </a:rPr>
              <a:t>switch(op)</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case '+': z = x+y; break;</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case '-': z = x-y; break;</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case '*': z = x*y; break;</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case '/': z = x/y; break;</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case '%': z = x%y; break;</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default : printf("Invalid option...\n");</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return 0;</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printf("%d %c %d = %d\n",x,op,y,z);</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a:t>
            </a:r>
            <a:endParaRPr b="0" lang="en-IN" sz="3200" spc="-1" strike="noStrike">
              <a:latin typeface="Arial"/>
            </a:endParaRPr>
          </a:p>
        </p:txBody>
      </p:sp>
      <p:sp>
        <p:nvSpPr>
          <p:cNvPr id="486" name="CustomShape 2"/>
          <p:cNvSpPr/>
          <p:nvPr/>
        </p:nvSpPr>
        <p:spPr>
          <a:xfrm>
            <a:off x="359640" y="103320"/>
            <a:ext cx="9276480" cy="133524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ffffff"/>
                </a:solidFill>
                <a:latin typeface="Arial"/>
                <a:ea typeface="DejaVu Sans"/>
              </a:rPr>
              <a:t> </a:t>
            </a:r>
            <a:r>
              <a:rPr b="1" lang="en-IN" sz="3200" spc="-1" strike="noStrike">
                <a:solidFill>
                  <a:srgbClr val="ffffff"/>
                </a:solidFill>
                <a:latin typeface="Times New Roman"/>
                <a:ea typeface="DejaVu Sans"/>
              </a:rPr>
              <a:t>Basic calculator program using switch                         </a:t>
            </a:r>
            <a:endParaRPr b="0" lang="en-IN" sz="3200" spc="-1" strike="noStrike">
              <a:latin typeface="Arial"/>
            </a:endParaRPr>
          </a:p>
        </p:txBody>
      </p:sp>
    </p:spTree>
  </p:cSld>
  <p:timing>
    <p:tnLst>
      <p:par>
        <p:cTn id="75" dur="indefinite" restart="never" nodeType="tmRoot">
          <p:childTnLst>
            <p:seq>
              <p:cTn id="76" dur="indefinite" nodeType="mainSeq"/>
              <p:prevCondLst>
                <p:cond delay="0" evt="onPrev">
                  <p:tgtEl>
                    <p:sldTgt/>
                  </p:tgtEl>
                </p:cond>
              </p:prevCondLst>
              <p:nextCondLst>
                <p:cond delay="0" evt="onNext">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CustomShape 1"/>
          <p:cNvSpPr/>
          <p:nvPr/>
        </p:nvSpPr>
        <p:spPr>
          <a:xfrm>
            <a:off x="503640" y="262440"/>
            <a:ext cx="9060840" cy="133524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ffffff"/>
                </a:solidFill>
                <a:latin typeface="Arial"/>
                <a:ea typeface="DejaVu Sans"/>
              </a:rPr>
              <a:t> </a:t>
            </a:r>
            <a:r>
              <a:rPr b="1" lang="en-IN" sz="3600" spc="-1" strike="noStrike">
                <a:solidFill>
                  <a:srgbClr val="ffffff"/>
                </a:solidFill>
                <a:latin typeface="Times New Roman"/>
                <a:ea typeface="DejaVu Sans"/>
              </a:rPr>
              <a:t>Switch cases without break statement              </a:t>
            </a:r>
            <a:endParaRPr b="0" lang="en-IN" sz="3600" spc="-1" strike="noStrike">
              <a:latin typeface="Arial"/>
            </a:endParaRPr>
          </a:p>
        </p:txBody>
      </p:sp>
      <p:sp>
        <p:nvSpPr>
          <p:cNvPr id="488" name="CustomShape 2"/>
          <p:cNvSpPr/>
          <p:nvPr/>
        </p:nvSpPr>
        <p:spPr>
          <a:xfrm>
            <a:off x="359640" y="1554480"/>
            <a:ext cx="9097200" cy="5205960"/>
          </a:xfrm>
          <a:prstGeom prst="rect">
            <a:avLst/>
          </a:prstGeom>
          <a:noFill/>
          <a:ln>
            <a:noFill/>
          </a:ln>
        </p:spPr>
        <p:style>
          <a:lnRef idx="0"/>
          <a:fillRef idx="0"/>
          <a:effectRef idx="0"/>
          <a:fontRef idx="minor"/>
        </p:style>
        <p:txBody>
          <a:bodyPr lIns="0" rIns="0" tIns="0" bIns="0">
            <a:normAutofit/>
          </a:bodyPr>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#include&lt;stdio.h&gt;</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int main()</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int op = 1, x = 2, y = 3;</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switch(op)</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case 1 : x += y;</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case 2 : x *= y;</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case 3 : x -= y;</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default : x -= 2;</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printf("x = %d y = %d\n",x,y);</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a:t>
            </a:r>
            <a:endParaRPr b="0" lang="en-IN" sz="3200" spc="-1" strike="noStrike">
              <a:latin typeface="Arial"/>
            </a:endParaRPr>
          </a:p>
        </p:txBody>
      </p:sp>
    </p:spTree>
  </p:cSld>
  <p:timing>
    <p:tnLst>
      <p:par>
        <p:cTn id="77" dur="indefinite" restart="never" nodeType="tmRoot">
          <p:childTnLst>
            <p:seq>
              <p:cTn id="78" dur="indefinite" nodeType="mainSeq"/>
              <p:prevCondLst>
                <p:cond delay="0" evt="onPrev">
                  <p:tgtEl>
                    <p:sldTgt/>
                  </p:tgtEl>
                </p:cond>
              </p:prevCondLst>
              <p:nextCondLst>
                <p:cond delay="0" evt="onNext">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CustomShape 1"/>
          <p:cNvSpPr/>
          <p:nvPr/>
        </p:nvSpPr>
        <p:spPr>
          <a:xfrm>
            <a:off x="503640" y="596520"/>
            <a:ext cx="9060840" cy="664920"/>
          </a:xfrm>
          <a:prstGeom prst="rect">
            <a:avLst/>
          </a:prstGeom>
          <a:noFill/>
          <a:ln>
            <a:noFill/>
          </a:ln>
        </p:spPr>
        <p:style>
          <a:lnRef idx="0"/>
          <a:fillRef idx="0"/>
          <a:effectRef idx="0"/>
          <a:fontRef idx="minor"/>
        </p:style>
        <p:txBody>
          <a:bodyPr lIns="0" rIns="0" tIns="0" bIns="0" anchor="ctr"/>
          <a:p>
            <a:pPr algn="ctr">
              <a:lnSpc>
                <a:spcPct val="100000"/>
              </a:lnSpc>
            </a:pPr>
            <a:r>
              <a:rPr b="1" lang="en-IN" sz="3200" spc="-1" strike="noStrike">
                <a:solidFill>
                  <a:srgbClr val="ffffff"/>
                </a:solidFill>
                <a:latin typeface="Times New Roman"/>
                <a:ea typeface="DejaVu Sans"/>
              </a:rPr>
              <a:t>  </a:t>
            </a:r>
            <a:r>
              <a:rPr b="1" lang="en-IN" sz="3200" spc="-1" strike="noStrike">
                <a:solidFill>
                  <a:srgbClr val="ffffff"/>
                </a:solidFill>
                <a:latin typeface="Times New Roman"/>
                <a:ea typeface="DejaVu Sans"/>
              </a:rPr>
              <a:t>Switch case example                                                    </a:t>
            </a:r>
            <a:endParaRPr b="0" lang="en-IN" sz="3200" spc="-1" strike="noStrike">
              <a:latin typeface="Arial"/>
            </a:endParaRPr>
          </a:p>
        </p:txBody>
      </p:sp>
      <p:sp>
        <p:nvSpPr>
          <p:cNvPr id="490" name="CustomShape 2"/>
          <p:cNvSpPr/>
          <p:nvPr/>
        </p:nvSpPr>
        <p:spPr>
          <a:xfrm>
            <a:off x="359640" y="1554480"/>
            <a:ext cx="9097200" cy="5205960"/>
          </a:xfrm>
          <a:prstGeom prst="rect">
            <a:avLst/>
          </a:prstGeom>
          <a:noFill/>
          <a:ln>
            <a:noFill/>
          </a:ln>
        </p:spPr>
        <p:style>
          <a:lnRef idx="0"/>
          <a:fillRef idx="0"/>
          <a:effectRef idx="0"/>
          <a:fontRef idx="minor"/>
        </p:style>
        <p:txBody>
          <a:bodyPr lIns="0" rIns="0" tIns="0" bIns="0">
            <a:normAutofit/>
          </a:bodyPr>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#include&lt;stdio.h&gt;</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int main()</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int op = 2;</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switch(op)</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case 3 : printf("case 3...\n"); break;</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case 1 : printf("case 1...\n"); break;</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case 2 : printf("case 2...\n"); break;</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a:t>
            </a:r>
            <a:endParaRPr b="0" lang="en-IN" sz="3200" spc="-1" strike="noStrike">
              <a:latin typeface="Arial"/>
            </a:endParaRPr>
          </a:p>
          <a:p>
            <a:pPr marL="432000" indent="-316440">
              <a:lnSpc>
                <a:spcPct val="100000"/>
              </a:lnSpc>
              <a:buClr>
                <a:srgbClr val="000000"/>
              </a:buClr>
              <a:buSzPct val="45000"/>
              <a:buFont typeface="Wingdings" charset="2"/>
              <a:buChar char=""/>
            </a:pPr>
            <a:r>
              <a:rPr b="1" lang="en-IN" sz="3200" spc="-1" strike="noStrike">
                <a:solidFill>
                  <a:srgbClr val="ce181e"/>
                </a:solidFill>
                <a:latin typeface="Times New Roman"/>
                <a:ea typeface="DejaVu Sans"/>
              </a:rPr>
              <a:t>Note :</a:t>
            </a:r>
            <a:r>
              <a:rPr b="0" lang="en-IN" sz="3200" spc="-1" strike="noStrike">
                <a:solidFill>
                  <a:srgbClr val="000000"/>
                </a:solidFill>
                <a:latin typeface="Arial"/>
                <a:ea typeface="DejaVu Sans"/>
              </a:rPr>
              <a:t> </a:t>
            </a:r>
            <a:r>
              <a:rPr b="0" lang="en-IN" sz="3200" spc="-1" strike="noStrike">
                <a:solidFill>
                  <a:srgbClr val="000000"/>
                </a:solidFill>
                <a:latin typeface="Times New Roman"/>
                <a:ea typeface="DejaVu Sans"/>
              </a:rPr>
              <a:t>switch case accepts the different sequence of case labels.</a:t>
            </a:r>
            <a:endParaRPr b="0" lang="en-IN" sz="3200" spc="-1" strike="noStrike">
              <a:latin typeface="Arial"/>
            </a:endParaRPr>
          </a:p>
        </p:txBody>
      </p:sp>
    </p:spTree>
  </p:cSld>
  <p:timing>
    <p:tnLst>
      <p:par>
        <p:cTn id="79" dur="indefinite" restart="never" nodeType="tmRoot">
          <p:childTnLst>
            <p:seq>
              <p:cTn id="80" dur="indefinite" nodeType="mainSeq">
                <p:childTnLst>
                  <p:par>
                    <p:cTn id="81" fill="hold">
                      <p:stCondLst>
                        <p:cond delay="indefinite"/>
                      </p:stCondLst>
                      <p:childTnLst>
                        <p:par>
                          <p:cTn id="82" fill="hold">
                            <p:stCondLst>
                              <p:cond delay="0"/>
                            </p:stCondLst>
                            <p:childTnLst>
                              <p:par>
                                <p:cTn id="83" nodeType="clickEffect" fill="hold" presetClass="entr" presetID="1">
                                  <p:stCondLst>
                                    <p:cond delay="0"/>
                                  </p:stCondLst>
                                  <p:childTnLst>
                                    <p:set>
                                      <p:cBhvr>
                                        <p:cTn id="84" dur="1" fill="hold">
                                          <p:stCondLst>
                                            <p:cond delay="0"/>
                                          </p:stCondLst>
                                        </p:cTn>
                                        <p:tgtEl>
                                          <p:spTgt spid="490">
                                            <p:txEl>
                                              <p:pRg st="11" end="11"/>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CustomShape 1"/>
          <p:cNvSpPr/>
          <p:nvPr/>
        </p:nvSpPr>
        <p:spPr>
          <a:xfrm>
            <a:off x="503640" y="262440"/>
            <a:ext cx="9060840" cy="133524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ffffff"/>
                </a:solidFill>
                <a:latin typeface="Arial"/>
                <a:ea typeface="DejaVu Sans"/>
              </a:rPr>
              <a:t> </a:t>
            </a:r>
            <a:r>
              <a:rPr b="1" lang="en-IN" sz="3600" spc="-1" strike="noStrike">
                <a:solidFill>
                  <a:srgbClr val="ffffff"/>
                </a:solidFill>
                <a:latin typeface="Times New Roman"/>
                <a:ea typeface="DejaVu Sans"/>
              </a:rPr>
              <a:t>Duplicate cases are invalid in switch                 </a:t>
            </a:r>
            <a:endParaRPr b="0" lang="en-IN" sz="3600" spc="-1" strike="noStrike">
              <a:latin typeface="Arial"/>
            </a:endParaRPr>
          </a:p>
        </p:txBody>
      </p:sp>
      <p:sp>
        <p:nvSpPr>
          <p:cNvPr id="492" name="CustomShape 2"/>
          <p:cNvSpPr/>
          <p:nvPr/>
        </p:nvSpPr>
        <p:spPr>
          <a:xfrm>
            <a:off x="359640" y="1554480"/>
            <a:ext cx="9097200" cy="5205960"/>
          </a:xfrm>
          <a:prstGeom prst="rect">
            <a:avLst/>
          </a:prstGeom>
          <a:noFill/>
          <a:ln>
            <a:noFill/>
          </a:ln>
        </p:spPr>
        <p:style>
          <a:lnRef idx="0"/>
          <a:fillRef idx="0"/>
          <a:effectRef idx="0"/>
          <a:fontRef idx="minor"/>
        </p:style>
        <p:txBody>
          <a:bodyPr lIns="0" rIns="0" tIns="0" bIns="0">
            <a:normAutofit/>
          </a:bodyPr>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#include&lt;stdio.h&gt;</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int main()</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char op = 'A';</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switch(op)</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case 'A' : printf("case - A\n"); break;</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case 65  : printf("case 65\n"); break;</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case 97  : printf("case 97\n"); break;</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a:t>
            </a:r>
            <a:endParaRPr b="0" lang="en-IN" sz="3200" spc="-1" strike="noStrike">
              <a:latin typeface="Arial"/>
            </a:endParaRPr>
          </a:p>
          <a:p>
            <a:pPr marL="432000" indent="-316440">
              <a:lnSpc>
                <a:spcPct val="100000"/>
              </a:lnSpc>
              <a:buClr>
                <a:srgbClr val="000000"/>
              </a:buClr>
              <a:buSzPct val="45000"/>
              <a:buFont typeface="Wingdings" charset="2"/>
              <a:buChar char=""/>
            </a:pPr>
            <a:r>
              <a:rPr b="1" lang="en-IN" sz="3200" spc="-1" strike="noStrike">
                <a:solidFill>
                  <a:srgbClr val="ce181e"/>
                </a:solidFill>
                <a:latin typeface="Times New Roman"/>
                <a:ea typeface="DejaVu Sans"/>
              </a:rPr>
              <a:t>Note :</a:t>
            </a:r>
            <a:r>
              <a:rPr b="0" lang="en-IN" sz="3200" spc="-1" strike="noStrike">
                <a:solidFill>
                  <a:srgbClr val="000000"/>
                </a:solidFill>
                <a:latin typeface="Times New Roman"/>
                <a:ea typeface="DejaVu Sans"/>
              </a:rPr>
              <a:t> The switch case doesn't accept the duplicate cases.</a:t>
            </a:r>
            <a:endParaRPr b="0" lang="en-IN" sz="3200" spc="-1" strike="noStrike">
              <a:latin typeface="Arial"/>
            </a:endParaRPr>
          </a:p>
        </p:txBody>
      </p:sp>
    </p:spTree>
  </p:cSld>
  <p:timing>
    <p:tnLst>
      <p:par>
        <p:cTn id="85" dur="indefinite" restart="never" nodeType="tmRoot">
          <p:childTnLst>
            <p:seq>
              <p:cTn id="86" dur="indefinite" nodeType="mainSeq">
                <p:childTnLst>
                  <p:par>
                    <p:cTn id="87" fill="hold">
                      <p:stCondLst>
                        <p:cond delay="indefinite"/>
                      </p:stCondLst>
                      <p:childTnLst>
                        <p:par>
                          <p:cTn id="88" fill="hold">
                            <p:stCondLst>
                              <p:cond delay="0"/>
                            </p:stCondLst>
                            <p:childTnLst>
                              <p:par>
                                <p:cTn id="89" nodeType="clickEffect" fill="hold" presetClass="entr" presetID="1">
                                  <p:stCondLst>
                                    <p:cond delay="0"/>
                                  </p:stCondLst>
                                  <p:childTnLst>
                                    <p:set>
                                      <p:cBhvr>
                                        <p:cTn id="90" dur="1" fill="hold">
                                          <p:stCondLst>
                                            <p:cond delay="0"/>
                                          </p:stCondLst>
                                        </p:cTn>
                                        <p:tgtEl>
                                          <p:spTgt spid="492">
                                            <p:txEl>
                                              <p:pRg st="11" end="11"/>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3" name="CustomShape 1"/>
          <p:cNvSpPr/>
          <p:nvPr/>
        </p:nvSpPr>
        <p:spPr>
          <a:xfrm>
            <a:off x="503640" y="596520"/>
            <a:ext cx="9060840" cy="66492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ffffff"/>
                </a:solidFill>
                <a:latin typeface="Arial"/>
                <a:ea typeface="DejaVu Sans"/>
              </a:rPr>
              <a:t> </a:t>
            </a:r>
            <a:r>
              <a:rPr b="1" lang="en-IN" sz="3600" spc="-1" strike="noStrike">
                <a:solidFill>
                  <a:srgbClr val="ffffff"/>
                </a:solidFill>
                <a:latin typeface="Times New Roman"/>
                <a:ea typeface="DejaVu Sans"/>
              </a:rPr>
              <a:t>Switch case example                                            </a:t>
            </a:r>
            <a:endParaRPr b="0" lang="en-IN" sz="3600" spc="-1" strike="noStrike">
              <a:latin typeface="Arial"/>
            </a:endParaRPr>
          </a:p>
        </p:txBody>
      </p:sp>
      <p:sp>
        <p:nvSpPr>
          <p:cNvPr id="494" name="CustomShape 2"/>
          <p:cNvSpPr/>
          <p:nvPr/>
        </p:nvSpPr>
        <p:spPr>
          <a:xfrm>
            <a:off x="359640" y="1554480"/>
            <a:ext cx="9097200" cy="5205960"/>
          </a:xfrm>
          <a:prstGeom prst="rect">
            <a:avLst/>
          </a:prstGeom>
          <a:noFill/>
          <a:ln>
            <a:noFill/>
          </a:ln>
        </p:spPr>
        <p:style>
          <a:lnRef idx="0"/>
          <a:fillRef idx="0"/>
          <a:effectRef idx="0"/>
          <a:fontRef idx="minor"/>
        </p:style>
        <p:txBody>
          <a:bodyPr lIns="0" rIns="0" tIns="0" bIns="0">
            <a:normAutofit/>
          </a:bodyPr>
          <a:p>
            <a:pPr marL="432000" indent="-316440">
              <a:lnSpc>
                <a:spcPct val="100000"/>
              </a:lnSpc>
              <a:buClr>
                <a:srgbClr val="000000"/>
              </a:buClr>
              <a:buSzPct val="45000"/>
              <a:buFont typeface="Wingdings" charset="2"/>
              <a:buChar char=""/>
            </a:pPr>
            <a:r>
              <a:rPr b="0" lang="en-IN" sz="2800" spc="-1" strike="noStrike">
                <a:solidFill>
                  <a:srgbClr val="000000"/>
                </a:solidFill>
                <a:latin typeface="Times New Roman"/>
                <a:ea typeface="DejaVu Sans"/>
              </a:rPr>
              <a:t>#include&lt;stdio.h&gt;</a:t>
            </a:r>
            <a:endParaRPr b="0" lang="en-IN" sz="2800" spc="-1" strike="noStrike">
              <a:latin typeface="Arial"/>
            </a:endParaRPr>
          </a:p>
          <a:p>
            <a:pPr marL="432000" indent="-316440">
              <a:lnSpc>
                <a:spcPct val="100000"/>
              </a:lnSpc>
              <a:buClr>
                <a:srgbClr val="000000"/>
              </a:buClr>
              <a:buSzPct val="45000"/>
              <a:buFont typeface="Wingdings" charset="2"/>
              <a:buChar char=""/>
            </a:pPr>
            <a:r>
              <a:rPr b="0" lang="en-IN" sz="2800" spc="-1" strike="noStrike">
                <a:solidFill>
                  <a:srgbClr val="000000"/>
                </a:solidFill>
                <a:latin typeface="Times New Roman"/>
                <a:ea typeface="DejaVu Sans"/>
              </a:rPr>
              <a:t>int main()</a:t>
            </a:r>
            <a:endParaRPr b="0" lang="en-IN" sz="2800" spc="-1" strike="noStrike">
              <a:latin typeface="Arial"/>
            </a:endParaRPr>
          </a:p>
          <a:p>
            <a:pPr marL="432000" indent="-316440">
              <a:lnSpc>
                <a:spcPct val="100000"/>
              </a:lnSpc>
              <a:buClr>
                <a:srgbClr val="000000"/>
              </a:buClr>
              <a:buSzPct val="45000"/>
              <a:buFont typeface="Wingdings" charset="2"/>
              <a:buChar char=""/>
            </a:pPr>
            <a:r>
              <a:rPr b="0" lang="en-IN" sz="2800" spc="-1" strike="noStrike">
                <a:solidFill>
                  <a:srgbClr val="000000"/>
                </a:solidFill>
                <a:latin typeface="Times New Roman"/>
                <a:ea typeface="DejaVu Sans"/>
              </a:rPr>
              <a:t>{</a:t>
            </a:r>
            <a:endParaRPr b="0" lang="en-IN" sz="2800" spc="-1" strike="noStrike">
              <a:latin typeface="Arial"/>
            </a:endParaRPr>
          </a:p>
          <a:p>
            <a:pPr marL="432000" indent="-316440">
              <a:lnSpc>
                <a:spcPct val="100000"/>
              </a:lnSpc>
              <a:buClr>
                <a:srgbClr val="000000"/>
              </a:buClr>
              <a:buSzPct val="45000"/>
              <a:buFont typeface="Wingdings" charset="2"/>
              <a:buChar char=""/>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int x = 2;</a:t>
            </a:r>
            <a:endParaRPr b="0" lang="en-IN" sz="2800" spc="-1" strike="noStrike">
              <a:latin typeface="Arial"/>
            </a:endParaRPr>
          </a:p>
          <a:p>
            <a:pPr marL="432000" indent="-316440">
              <a:lnSpc>
                <a:spcPct val="100000"/>
              </a:lnSpc>
              <a:buClr>
                <a:srgbClr val="000000"/>
              </a:buClr>
              <a:buSzPct val="45000"/>
              <a:buFont typeface="Wingdings" charset="2"/>
              <a:buChar char=""/>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switch(2)</a:t>
            </a:r>
            <a:endParaRPr b="0" lang="en-IN" sz="2800" spc="-1" strike="noStrike">
              <a:latin typeface="Arial"/>
            </a:endParaRPr>
          </a:p>
          <a:p>
            <a:pPr marL="432000" indent="-316440">
              <a:lnSpc>
                <a:spcPct val="100000"/>
              </a:lnSpc>
              <a:buClr>
                <a:srgbClr val="000000"/>
              </a:buClr>
              <a:buSzPct val="45000"/>
              <a:buFont typeface="Wingdings" charset="2"/>
              <a:buChar char=""/>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marL="432000" indent="-316440">
              <a:lnSpc>
                <a:spcPct val="100000"/>
              </a:lnSpc>
              <a:buClr>
                <a:srgbClr val="000000"/>
              </a:buClr>
              <a:buSzPct val="45000"/>
              <a:buFont typeface="Wingdings" charset="2"/>
              <a:buChar char=""/>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case 2 : printf("Hello\n"); break;</a:t>
            </a:r>
            <a:endParaRPr b="0" lang="en-IN" sz="2800" spc="-1" strike="noStrike">
              <a:latin typeface="Arial"/>
            </a:endParaRPr>
          </a:p>
          <a:p>
            <a:pPr marL="432000" indent="-316440">
              <a:lnSpc>
                <a:spcPct val="100000"/>
              </a:lnSpc>
              <a:buClr>
                <a:srgbClr val="000000"/>
              </a:buClr>
              <a:buSzPct val="45000"/>
              <a:buFont typeface="Wingdings" charset="2"/>
              <a:buChar char=""/>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case '2': printf("Hai\n"); break;</a:t>
            </a:r>
            <a:endParaRPr b="0" lang="en-IN" sz="2800" spc="-1" strike="noStrike">
              <a:latin typeface="Arial"/>
            </a:endParaRPr>
          </a:p>
          <a:p>
            <a:pPr marL="432000" indent="-316440">
              <a:lnSpc>
                <a:spcPct val="100000"/>
              </a:lnSpc>
              <a:buClr>
                <a:srgbClr val="000000"/>
              </a:buClr>
              <a:buSzPct val="45000"/>
              <a:buFont typeface="Wingdings" charset="2"/>
              <a:buChar char=""/>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marL="432000" indent="-316440">
              <a:lnSpc>
                <a:spcPct val="100000"/>
              </a:lnSpc>
              <a:buClr>
                <a:srgbClr val="000000"/>
              </a:buClr>
              <a:buSzPct val="45000"/>
              <a:buFont typeface="Wingdings" charset="2"/>
              <a:buChar char=""/>
            </a:pPr>
            <a:r>
              <a:rPr b="0" lang="en-IN" sz="2800" spc="-1" strike="noStrike">
                <a:solidFill>
                  <a:srgbClr val="000000"/>
                </a:solidFill>
                <a:latin typeface="Times New Roman"/>
                <a:ea typeface="DejaVu Sans"/>
              </a:rPr>
              <a:t>}</a:t>
            </a:r>
            <a:endParaRPr b="0" lang="en-IN" sz="2800" spc="-1" strike="noStrike">
              <a:latin typeface="Arial"/>
            </a:endParaRPr>
          </a:p>
        </p:txBody>
      </p:sp>
    </p:spTree>
  </p:cSld>
  <p:timing>
    <p:tnLst>
      <p:par>
        <p:cTn id="91" dur="indefinite" restart="never" nodeType="tmRoot">
          <p:childTnLst>
            <p:seq>
              <p:cTn id="92" dur="indefinite" nodeType="mainSeq"/>
              <p:prevCondLst>
                <p:cond delay="0" evt="onPrev">
                  <p:tgtEl>
                    <p:sldTgt/>
                  </p:tgtEl>
                </p:cond>
              </p:prevCondLst>
              <p:nextCondLst>
                <p:cond delay="0" evt="onNext">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CustomShape 1"/>
          <p:cNvSpPr/>
          <p:nvPr/>
        </p:nvSpPr>
        <p:spPr>
          <a:xfrm>
            <a:off x="503640" y="596520"/>
            <a:ext cx="9060840" cy="664920"/>
          </a:xfrm>
          <a:prstGeom prst="rect">
            <a:avLst/>
          </a:prstGeom>
          <a:noFill/>
          <a:ln>
            <a:noFill/>
          </a:ln>
        </p:spPr>
        <p:style>
          <a:lnRef idx="0"/>
          <a:fillRef idx="0"/>
          <a:effectRef idx="0"/>
          <a:fontRef idx="minor"/>
        </p:style>
        <p:txBody>
          <a:bodyPr lIns="0" rIns="0" tIns="0" bIns="0" anchor="ctr"/>
          <a:p>
            <a:pPr algn="ctr">
              <a:lnSpc>
                <a:spcPct val="100000"/>
              </a:lnSpc>
            </a:pPr>
            <a:r>
              <a:rPr b="1" lang="en-IN" sz="3200" spc="-1" strike="noStrike">
                <a:solidFill>
                  <a:srgbClr val="ffffff"/>
                </a:solidFill>
                <a:latin typeface="Times New Roman"/>
                <a:ea typeface="DejaVu Sans"/>
              </a:rPr>
              <a:t> </a:t>
            </a:r>
            <a:r>
              <a:rPr b="1" lang="en-IN" sz="3200" spc="-1" strike="noStrike">
                <a:solidFill>
                  <a:srgbClr val="ffffff"/>
                </a:solidFill>
                <a:latin typeface="Times New Roman"/>
                <a:ea typeface="DejaVu Sans"/>
              </a:rPr>
              <a:t>Switch case restrictions                                              </a:t>
            </a:r>
            <a:endParaRPr b="0" lang="en-IN" sz="3200" spc="-1" strike="noStrike">
              <a:latin typeface="Arial"/>
            </a:endParaRPr>
          </a:p>
        </p:txBody>
      </p:sp>
      <p:sp>
        <p:nvSpPr>
          <p:cNvPr id="496" name="CustomShape 2"/>
          <p:cNvSpPr/>
          <p:nvPr/>
        </p:nvSpPr>
        <p:spPr>
          <a:xfrm>
            <a:off x="359640" y="1463040"/>
            <a:ext cx="9097200" cy="5388840"/>
          </a:xfrm>
          <a:prstGeom prst="rect">
            <a:avLst/>
          </a:prstGeom>
          <a:noFill/>
          <a:ln>
            <a:noFill/>
          </a:ln>
        </p:spPr>
        <p:style>
          <a:lnRef idx="0"/>
          <a:fillRef idx="0"/>
          <a:effectRef idx="0"/>
          <a:fontRef idx="minor"/>
        </p:style>
        <p:txBody>
          <a:bodyPr lIns="0" rIns="0" tIns="0" bIns="0">
            <a:normAutofit/>
          </a:bodyPr>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#include&lt;stdio.h&gt;</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int main()</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int x = 2;</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switch(x)</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case 1 : printf("Hello\n"); break;</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//case x : printf("Hai\n"); break; //error</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//case 2.0 : printf("Hai\n"); break; //error</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//case "2" : printf("Hai\n"); break; //error</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//case 2 : printf("Hai\n"); break;</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case 1+1 : printf("Bye\n"); break; //error</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a:t>
            </a:r>
            <a:endParaRPr b="0" lang="en-IN" sz="3200" spc="-1" strike="noStrike">
              <a:latin typeface="Arial"/>
            </a:endParaRPr>
          </a:p>
          <a:p>
            <a:pPr marL="432000" indent="-31644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a:t>
            </a:r>
            <a:endParaRPr b="0" lang="en-IN" sz="3200" spc="-1" strike="noStrike">
              <a:latin typeface="Arial"/>
            </a:endParaRPr>
          </a:p>
        </p:txBody>
      </p:sp>
    </p:spTree>
  </p:cSld>
  <p:timing>
    <p:tnLst>
      <p:par>
        <p:cTn id="93" dur="indefinite" restart="never" nodeType="tmRoot">
          <p:childTnLst>
            <p:seq>
              <p:cTn id="94" dur="indefinite" nodeType="mainSeq"/>
              <p:prevCondLst>
                <p:cond delay="0" evt="onPrev">
                  <p:tgtEl>
                    <p:sldTgt/>
                  </p:tgtEl>
                </p:cond>
              </p:prevCondLst>
              <p:nextCondLst>
                <p:cond delay="0" evt="onNext">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CustomShape 1"/>
          <p:cNvSpPr/>
          <p:nvPr/>
        </p:nvSpPr>
        <p:spPr>
          <a:xfrm>
            <a:off x="502920" y="301680"/>
            <a:ext cx="9054000" cy="1249200"/>
          </a:xfrm>
          <a:prstGeom prst="rect">
            <a:avLst/>
          </a:prstGeom>
          <a:noFill/>
          <a:ln>
            <a:noFill/>
          </a:ln>
        </p:spPr>
        <p:style>
          <a:lnRef idx="0"/>
          <a:fillRef idx="0"/>
          <a:effectRef idx="0"/>
          <a:fontRef idx="minor"/>
        </p:style>
        <p:txBody>
          <a:bodyPr lIns="0" rIns="0" tIns="28440" bIns="0" anchor="ctr"/>
          <a:p>
            <a:pPr>
              <a:lnSpc>
                <a:spcPct val="93000"/>
              </a:lnSpc>
            </a:pPr>
            <a:r>
              <a:rPr b="0" lang="en-IN" sz="3200" spc="-1" strike="noStrike">
                <a:solidFill>
                  <a:srgbClr val="ffffff"/>
                </a:solidFill>
                <a:latin typeface="Arial"/>
                <a:ea typeface="Droid Sans Fallback"/>
              </a:rPr>
              <a:t>Jump Statements in C</a:t>
            </a:r>
            <a:r>
              <a:rPr b="0" lang="en-IN" sz="4400" spc="-1" strike="noStrike">
                <a:solidFill>
                  <a:srgbClr val="000000"/>
                </a:solidFill>
                <a:latin typeface="Arial"/>
                <a:ea typeface="Droid Sans Fallback"/>
              </a:rPr>
              <a:t>	</a:t>
            </a:r>
            <a:endParaRPr b="0" lang="en-IN" sz="4400" spc="-1" strike="noStrike">
              <a:latin typeface="Arial"/>
            </a:endParaRPr>
          </a:p>
        </p:txBody>
      </p:sp>
      <p:sp>
        <p:nvSpPr>
          <p:cNvPr id="498" name="CustomShape 2"/>
          <p:cNvSpPr/>
          <p:nvPr/>
        </p:nvSpPr>
        <p:spPr>
          <a:xfrm>
            <a:off x="502920" y="1872000"/>
            <a:ext cx="9054000" cy="4892760"/>
          </a:xfrm>
          <a:prstGeom prst="rect">
            <a:avLst/>
          </a:prstGeom>
          <a:noFill/>
          <a:ln>
            <a:noFill/>
          </a:ln>
        </p:spPr>
        <p:style>
          <a:lnRef idx="0"/>
          <a:fillRef idx="0"/>
          <a:effectRef idx="0"/>
          <a:fontRef idx="minor"/>
        </p:style>
        <p:txBody>
          <a:bodyPr lIns="0" rIns="0" tIns="19440" bIns="0" anchor="ctr"/>
          <a:p>
            <a:pPr algn="just">
              <a:lnSpc>
                <a:spcPct val="93000"/>
              </a:lnSpc>
            </a:pPr>
            <a:endParaRPr b="0" lang="en-IN" sz="1800" spc="-1" strike="noStrike">
              <a:latin typeface="Arial"/>
            </a:endParaRPr>
          </a:p>
          <a:p>
            <a:pPr algn="just">
              <a:lnSpc>
                <a:spcPct val="93000"/>
              </a:lnSpc>
            </a:pPr>
            <a:endParaRPr b="0" lang="en-IN" sz="1800" spc="-1" strike="noStrike">
              <a:latin typeface="Arial"/>
            </a:endParaRPr>
          </a:p>
          <a:p>
            <a:pPr algn="just">
              <a:lnSpc>
                <a:spcPct val="93000"/>
              </a:lnSpc>
            </a:pPr>
            <a:endParaRPr b="0" lang="en-IN" sz="1800" spc="-1" strike="noStrike">
              <a:latin typeface="Arial"/>
            </a:endParaRPr>
          </a:p>
          <a:p>
            <a:pPr algn="just">
              <a:lnSpc>
                <a:spcPct val="93000"/>
              </a:lnSpc>
            </a:pPr>
            <a:endParaRPr b="0" lang="en-IN" sz="1800" spc="-1" strike="noStrike">
              <a:latin typeface="Arial"/>
            </a:endParaRPr>
          </a:p>
          <a:p>
            <a:pPr algn="just">
              <a:lnSpc>
                <a:spcPct val="93000"/>
              </a:lnSpc>
            </a:pPr>
            <a:endParaRPr b="0" lang="en-IN" sz="1800" spc="-1" strike="noStrike">
              <a:latin typeface="Arial"/>
            </a:endParaRPr>
          </a:p>
          <a:p>
            <a:pPr algn="just">
              <a:lnSpc>
                <a:spcPct val="93000"/>
              </a:lnSpc>
            </a:pPr>
            <a:endParaRPr b="0" lang="en-IN" sz="1800" spc="-1" strike="noStrike">
              <a:latin typeface="Arial"/>
            </a:endParaRPr>
          </a:p>
          <a:p>
            <a:pPr algn="just">
              <a:lnSpc>
                <a:spcPct val="93000"/>
              </a:lnSpc>
            </a:pPr>
            <a:endParaRPr b="0" lang="en-IN" sz="1800" spc="-1" strike="noStrike">
              <a:latin typeface="Arial"/>
            </a:endParaRPr>
          </a:p>
          <a:p>
            <a:pPr algn="just">
              <a:lnSpc>
                <a:spcPct val="93000"/>
              </a:lnSpc>
            </a:pPr>
            <a:endParaRPr b="0" lang="en-IN" sz="1800" spc="-1" strike="noStrike">
              <a:latin typeface="Arial"/>
            </a:endParaRPr>
          </a:p>
          <a:p>
            <a:pPr algn="just">
              <a:lnSpc>
                <a:spcPct val="93000"/>
              </a:lnSpc>
            </a:pPr>
            <a:endParaRPr b="0" lang="en-IN" sz="1800" spc="-1" strike="noStrike">
              <a:latin typeface="Arial"/>
            </a:endParaRPr>
          </a:p>
          <a:p>
            <a:pPr algn="just">
              <a:lnSpc>
                <a:spcPct val="93000"/>
              </a:lnSpc>
            </a:pP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goto</a:t>
            </a: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break</a:t>
            </a: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continue</a:t>
            </a: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return</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r>
              <a:rPr b="0" lang="en-IN" sz="2200" spc="-1" strike="noStrike">
                <a:solidFill>
                  <a:srgbClr val="ff0000"/>
                </a:solidFill>
                <a:latin typeface="Arial"/>
                <a:ea typeface="Droid Sans Fallback"/>
              </a:rPr>
              <a:t>C goto : </a:t>
            </a: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The goto statement in C also referred to as unconditional jump statement can be used to jump from one point to another within a function.</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r>
              <a:rPr b="0" lang="en-IN" sz="2200" spc="-1" strike="noStrike">
                <a:solidFill>
                  <a:srgbClr val="000000"/>
                </a:solidFill>
                <a:latin typeface="Arial"/>
                <a:ea typeface="DejaVu Sans"/>
              </a:rPr>
              <a:t>There are 2 types of goto statements.</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r>
              <a:rPr b="0" lang="en-IN" sz="2200" spc="-1" strike="noStrike">
                <a:solidFill>
                  <a:srgbClr val="000000"/>
                </a:solidFill>
                <a:latin typeface="Arial"/>
                <a:ea typeface="DejaVu Sans"/>
              </a:rPr>
              <a:t>1. forward goto</a:t>
            </a:r>
            <a:endParaRPr b="0" lang="en-IN" sz="2200" spc="-1" strike="noStrike">
              <a:latin typeface="Arial"/>
            </a:endParaRPr>
          </a:p>
          <a:p>
            <a:pPr algn="just">
              <a:lnSpc>
                <a:spcPct val="93000"/>
              </a:lnSpc>
            </a:pPr>
            <a:r>
              <a:rPr b="0" lang="en-IN" sz="2200" spc="-1" strike="noStrike">
                <a:solidFill>
                  <a:srgbClr val="000000"/>
                </a:solidFill>
                <a:latin typeface="Arial"/>
                <a:ea typeface="DejaVu Sans"/>
              </a:rPr>
              <a:t>2. backward goto</a:t>
            </a: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p:txBody>
      </p:sp>
      <p:sp>
        <p:nvSpPr>
          <p:cNvPr id="499" name="CustomShape 3"/>
          <p:cNvSpPr/>
          <p:nvPr/>
        </p:nvSpPr>
        <p:spPr>
          <a:xfrm>
            <a:off x="2010240" y="1737000"/>
            <a:ext cx="6858000" cy="4925520"/>
          </a:xfrm>
          <a:prstGeom prst="rect">
            <a:avLst/>
          </a:prstGeom>
          <a:noFill/>
          <a:ln>
            <a:noFill/>
          </a:ln>
        </p:spPr>
        <p:style>
          <a:lnRef idx="0"/>
          <a:fillRef idx="0"/>
          <a:effectRef idx="0"/>
          <a:fontRef idx="minor"/>
        </p:style>
        <p:txBody>
          <a:bodyPr lIns="90000" rIns="90000" tIns="64440" bIns="45000"/>
          <a:p>
            <a:pPr>
              <a:lnSpc>
                <a:spcPct val="93000"/>
              </a:lnSpc>
            </a:pPr>
            <a:endParaRPr b="0" lang="en-IN" sz="1800" spc="-1" strike="noStrike">
              <a:latin typeface="Arial"/>
            </a:endParaRPr>
          </a:p>
          <a:p>
            <a:pPr>
              <a:lnSpc>
                <a:spcPct val="93000"/>
              </a:lnSpc>
            </a:pPr>
            <a:r>
              <a:rPr b="0" lang="en-IN" sz="2200" spc="-1" strike="noStrike">
                <a:solidFill>
                  <a:srgbClr val="000000"/>
                </a:solidFill>
                <a:latin typeface="Arial"/>
                <a:ea typeface="Courier New"/>
              </a:rPr>
              <a:t>     </a:t>
            </a:r>
            <a:endParaRPr b="0" lang="en-IN" sz="2200" spc="-1" strike="noStrike">
              <a:latin typeface="Arial"/>
            </a:endParaRPr>
          </a:p>
        </p:txBody>
      </p:sp>
    </p:spTree>
  </p:cSld>
  <p:timing>
    <p:tnLst>
      <p:par>
        <p:cTn id="95" dur="indefinite" restart="never" nodeType="tmRoot">
          <p:childTnLst>
            <p:seq>
              <p:cTn id="96" dur="indefinite" nodeType="mainSeq"/>
              <p:prevCondLst>
                <p:cond delay="0" evt="onPrev">
                  <p:tgtEl>
                    <p:sldTgt/>
                  </p:tgtEl>
                </p:cond>
              </p:prevCondLst>
              <p:nextCondLst>
                <p:cond delay="0" evt="onNext">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CustomShape 1"/>
          <p:cNvSpPr/>
          <p:nvPr/>
        </p:nvSpPr>
        <p:spPr>
          <a:xfrm>
            <a:off x="502920" y="301680"/>
            <a:ext cx="9054000" cy="1249200"/>
          </a:xfrm>
          <a:prstGeom prst="rect">
            <a:avLst/>
          </a:prstGeom>
          <a:noFill/>
          <a:ln>
            <a:noFill/>
          </a:ln>
        </p:spPr>
        <p:style>
          <a:lnRef idx="0"/>
          <a:fillRef idx="0"/>
          <a:effectRef idx="0"/>
          <a:fontRef idx="minor"/>
        </p:style>
        <p:txBody>
          <a:bodyPr lIns="0" rIns="0" tIns="28440" bIns="0" anchor="ctr"/>
          <a:p>
            <a:pPr>
              <a:lnSpc>
                <a:spcPct val="93000"/>
              </a:lnSpc>
            </a:pPr>
            <a:r>
              <a:rPr b="0" lang="en-IN" sz="3200" spc="-1" strike="noStrike">
                <a:solidFill>
                  <a:srgbClr val="ffffff"/>
                </a:solidFill>
                <a:latin typeface="Arial"/>
                <a:ea typeface="Droid Sans Fallback"/>
              </a:rPr>
              <a:t>goto Statement in C</a:t>
            </a:r>
            <a:r>
              <a:rPr b="0" lang="en-IN" sz="3200" spc="-1" strike="noStrike">
                <a:solidFill>
                  <a:srgbClr val="000000"/>
                </a:solidFill>
                <a:latin typeface="Arial"/>
                <a:ea typeface="Droid Sans Fallback"/>
              </a:rPr>
              <a:t>	</a:t>
            </a:r>
            <a:endParaRPr b="0" lang="en-IN" sz="3200" spc="-1" strike="noStrike">
              <a:latin typeface="Arial"/>
            </a:endParaRPr>
          </a:p>
        </p:txBody>
      </p:sp>
      <p:sp>
        <p:nvSpPr>
          <p:cNvPr id="501" name="CustomShape 2"/>
          <p:cNvSpPr/>
          <p:nvPr/>
        </p:nvSpPr>
        <p:spPr>
          <a:xfrm>
            <a:off x="502920" y="3528000"/>
            <a:ext cx="9054000" cy="572760"/>
          </a:xfrm>
          <a:prstGeom prst="rect">
            <a:avLst/>
          </a:prstGeom>
          <a:noFill/>
          <a:ln>
            <a:noFill/>
          </a:ln>
        </p:spPr>
        <p:style>
          <a:lnRef idx="0"/>
          <a:fillRef idx="0"/>
          <a:effectRef idx="0"/>
          <a:fontRef idx="minor"/>
        </p:style>
        <p:txBody>
          <a:bodyPr lIns="0" rIns="0" tIns="19440" bIns="0" anchor="ctr"/>
          <a:p>
            <a:pPr>
              <a:lnSpc>
                <a:spcPct val="100000"/>
              </a:lnSpc>
            </a:pP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1" lang="en-IN" sz="2400" spc="-1" strike="noStrike">
                <a:solidFill>
                  <a:srgbClr val="ce181e"/>
                </a:solidFill>
                <a:latin typeface="Times New Roman"/>
                <a:ea typeface="Droid Sans Fallback"/>
              </a:rPr>
              <a:t>forward goto</a:t>
            </a:r>
            <a:r>
              <a:rPr b="0" lang="en-IN" sz="2400" spc="-1" strike="noStrike">
                <a:solidFill>
                  <a:srgbClr val="000000"/>
                </a:solidFill>
                <a:latin typeface="Times New Roman"/>
                <a:ea typeface="Droid Sans Fallback"/>
              </a:rPr>
              <a:t>  |   </a:t>
            </a:r>
            <a:r>
              <a:rPr b="1" lang="en-IN" sz="2400" spc="-1" strike="noStrike">
                <a:solidFill>
                  <a:srgbClr val="ce181e"/>
                </a:solidFill>
                <a:latin typeface="Times New Roman"/>
                <a:ea typeface="Droid Sans Fallback"/>
              </a:rPr>
              <a:t>backward goto</a:t>
            </a:r>
            <a:endParaRPr b="0" lang="en-IN" sz="2400" spc="-1" strike="noStrike">
              <a:latin typeface="Arial"/>
            </a:endParaRPr>
          </a:p>
          <a:p>
            <a:pPr algn="just">
              <a:lnSpc>
                <a:spcPct val="93000"/>
              </a:lnSpc>
            </a:pP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a:t>
            </a:r>
            <a:endParaRPr b="0" lang="en-IN" sz="2400" spc="-1" strike="noStrike">
              <a:latin typeface="Arial"/>
            </a:endParaRPr>
          </a:p>
          <a:p>
            <a:pPr algn="just">
              <a:lnSpc>
                <a:spcPct val="93000"/>
              </a:lnSpc>
            </a:pP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goto label;   |    label:  </a:t>
            </a:r>
            <a:endParaRPr b="0" lang="en-IN" sz="2400" spc="-1" strike="noStrike">
              <a:latin typeface="Arial"/>
            </a:endParaRPr>
          </a:p>
          <a:p>
            <a:pPr algn="just">
              <a:lnSpc>
                <a:spcPct val="93000"/>
              </a:lnSpc>
            </a:pP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    .</a:t>
            </a:r>
            <a:endParaRPr b="0" lang="en-IN" sz="2400" spc="-1" strike="noStrike">
              <a:latin typeface="Arial"/>
            </a:endParaRPr>
          </a:p>
          <a:p>
            <a:pPr algn="just">
              <a:lnSpc>
                <a:spcPct val="93000"/>
              </a:lnSpc>
            </a:pP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    .</a:t>
            </a:r>
            <a:endParaRPr b="0" lang="en-IN" sz="2400" spc="-1" strike="noStrike">
              <a:latin typeface="Arial"/>
            </a:endParaRPr>
          </a:p>
          <a:p>
            <a:pPr algn="just">
              <a:lnSpc>
                <a:spcPct val="93000"/>
              </a:lnSpc>
            </a:pP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    .</a:t>
            </a:r>
            <a:endParaRPr b="0" lang="en-IN" sz="2400" spc="-1" strike="noStrike">
              <a:latin typeface="Arial"/>
            </a:endParaRPr>
          </a:p>
          <a:p>
            <a:pPr algn="just">
              <a:lnSpc>
                <a:spcPct val="93000"/>
              </a:lnSpc>
            </a:pP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label:          |    goto label;</a:t>
            </a:r>
            <a:endParaRPr b="0" lang="en-IN" sz="2400" spc="-1" strike="noStrike">
              <a:latin typeface="Arial"/>
            </a:endParaRPr>
          </a:p>
          <a:p>
            <a:pPr algn="just">
              <a:lnSpc>
                <a:spcPct val="93000"/>
              </a:lnSpc>
            </a:pPr>
            <a:r>
              <a:rPr b="1" lang="en-IN" sz="2400" spc="-1" strike="noStrike">
                <a:solidFill>
                  <a:srgbClr val="ce181e"/>
                </a:solidFill>
                <a:latin typeface="Times New Roman"/>
                <a:ea typeface="Droid Sans Fallback"/>
              </a:rPr>
              <a:t>Description </a:t>
            </a:r>
            <a:r>
              <a:rPr b="0" lang="en-IN" sz="2400" spc="-1" strike="noStrike">
                <a:solidFill>
                  <a:srgbClr val="000000"/>
                </a:solidFill>
                <a:latin typeface="Times New Roman"/>
                <a:ea typeface="Droid Sans Fallback"/>
              </a:rPr>
              <a:t>:</a:t>
            </a:r>
            <a:endParaRPr b="0" lang="en-IN" sz="2400" spc="-1" strike="noStrike">
              <a:latin typeface="Arial"/>
            </a:endParaRPr>
          </a:p>
          <a:p>
            <a:pPr algn="just">
              <a:lnSpc>
                <a:spcPct val="93000"/>
              </a:lnSpc>
            </a:pP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the statement </a:t>
            </a:r>
            <a:r>
              <a:rPr b="1" lang="en-IN" sz="2400" spc="-1" strike="noStrike">
                <a:solidFill>
                  <a:srgbClr val="a3238e"/>
                </a:solidFill>
                <a:latin typeface="Times New Roman"/>
                <a:ea typeface="Droid Sans Fallback"/>
              </a:rPr>
              <a:t>goto label;</a:t>
            </a:r>
            <a:r>
              <a:rPr b="0" lang="en-IN" sz="2400" spc="-1" strike="noStrike">
                <a:solidFill>
                  <a:srgbClr val="000000"/>
                </a:solidFill>
                <a:latin typeface="Times New Roman"/>
                <a:ea typeface="Droid Sans Fallback"/>
              </a:rPr>
              <a:t> tells the compiler to go to or jump to the statement marked as a</a:t>
            </a:r>
            <a:r>
              <a:rPr b="0" lang="en-IN" sz="2400" spc="-1" strike="noStrike">
                <a:solidFill>
                  <a:srgbClr val="a3238e"/>
                </a:solidFill>
                <a:latin typeface="Times New Roman"/>
                <a:ea typeface="Droid Sans Fallback"/>
              </a:rPr>
              <a:t> </a:t>
            </a:r>
            <a:r>
              <a:rPr b="1" lang="en-IN" sz="2400" spc="-1" strike="noStrike">
                <a:solidFill>
                  <a:srgbClr val="a3238e"/>
                </a:solidFill>
                <a:latin typeface="Times New Roman"/>
                <a:ea typeface="Droid Sans Fallback"/>
              </a:rPr>
              <a:t>label</a:t>
            </a:r>
            <a:r>
              <a:rPr b="0" lang="en-IN" sz="2400" spc="-1" strike="noStrike">
                <a:solidFill>
                  <a:srgbClr val="a3238e"/>
                </a:solidFill>
                <a:latin typeface="Times New Roman"/>
                <a:ea typeface="Droid Sans Fallback"/>
              </a:rPr>
              <a:t>.</a:t>
            </a:r>
            <a:r>
              <a:rPr b="0" lang="en-IN" sz="2400" spc="-1" strike="noStrike">
                <a:solidFill>
                  <a:srgbClr val="000000"/>
                </a:solidFill>
                <a:latin typeface="Times New Roman"/>
                <a:ea typeface="Droid Sans Fallback"/>
              </a:rPr>
              <a:t> Here label is a user-defined  identifier which indicates the target statement.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endParaRPr b="0" lang="en-IN" sz="2400" spc="-1" strike="noStrike">
              <a:latin typeface="Arial"/>
            </a:endParaRPr>
          </a:p>
          <a:p>
            <a:pPr algn="just">
              <a:lnSpc>
                <a:spcPct val="93000"/>
              </a:lnSpc>
            </a:pPr>
            <a:endParaRPr b="0" lang="en-IN" sz="2400" spc="-1" strike="noStrike">
              <a:latin typeface="Arial"/>
            </a:endParaRPr>
          </a:p>
          <a:p>
            <a:pPr algn="just">
              <a:lnSpc>
                <a:spcPct val="93000"/>
              </a:lnSpc>
            </a:pPr>
            <a:r>
              <a:rPr b="0" lang="en-IN" sz="2400" spc="-1" strike="noStrike">
                <a:solidFill>
                  <a:srgbClr val="000000"/>
                </a:solidFill>
                <a:latin typeface="Times New Roman"/>
                <a:ea typeface="Droid Sans Fallback"/>
              </a:rPr>
              <a:t>The statement immediately followed after </a:t>
            </a:r>
            <a:r>
              <a:rPr b="1" lang="en-IN" sz="2400" spc="-1" strike="noStrike">
                <a:solidFill>
                  <a:srgbClr val="a3238e"/>
                </a:solidFill>
                <a:latin typeface="Times New Roman"/>
                <a:ea typeface="Droid Sans Fallback"/>
              </a:rPr>
              <a:t>‘label:’</a:t>
            </a:r>
            <a:r>
              <a:rPr b="0" lang="en-IN" sz="2400" spc="-1" strike="noStrike">
                <a:solidFill>
                  <a:srgbClr val="000000"/>
                </a:solidFill>
                <a:latin typeface="Times New Roman"/>
                <a:ea typeface="Droid Sans Fallback"/>
              </a:rPr>
              <a:t> is the destination statement.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r>
              <a:rPr b="0" lang="en-IN" sz="2400" spc="-1" strike="noStrike">
                <a:solidFill>
                  <a:srgbClr val="000000"/>
                </a:solidFill>
                <a:latin typeface="Times New Roman"/>
                <a:ea typeface="Droid Sans Fallback"/>
              </a:rPr>
              <a:t>	</a:t>
            </a:r>
            <a:endParaRPr b="0" lang="en-IN" sz="2400" spc="-1" strike="noStrike">
              <a:latin typeface="Arial"/>
            </a:endParaRPr>
          </a:p>
          <a:p>
            <a:pPr algn="just">
              <a:lnSpc>
                <a:spcPct val="93000"/>
              </a:lnSpc>
            </a:pPr>
            <a:endParaRPr b="0" lang="en-IN" sz="2400" spc="-1" strike="noStrike">
              <a:latin typeface="Arial"/>
            </a:endParaRPr>
          </a:p>
          <a:p>
            <a:pPr algn="just">
              <a:lnSpc>
                <a:spcPct val="93000"/>
              </a:lnSpc>
            </a:pPr>
            <a:r>
              <a:rPr b="0" lang="en-IN" sz="2400" spc="-1" strike="noStrike">
                <a:solidFill>
                  <a:srgbClr val="000000"/>
                </a:solidFill>
                <a:latin typeface="Times New Roman"/>
                <a:ea typeface="Droid Sans Fallback"/>
              </a:rPr>
              <a:t>The</a:t>
            </a:r>
            <a:r>
              <a:rPr b="1" lang="en-IN" sz="2400" spc="-1" strike="noStrike">
                <a:solidFill>
                  <a:srgbClr val="a3238e"/>
                </a:solidFill>
                <a:latin typeface="Times New Roman"/>
                <a:ea typeface="Droid Sans Fallback"/>
              </a:rPr>
              <a:t> ‘label:’</a:t>
            </a:r>
            <a:r>
              <a:rPr b="0" lang="en-IN" sz="2400" spc="-1" strike="noStrike">
                <a:solidFill>
                  <a:srgbClr val="000000"/>
                </a:solidFill>
                <a:latin typeface="Times New Roman"/>
                <a:ea typeface="Droid Sans Fallback"/>
              </a:rPr>
              <a:t> can also appear before the</a:t>
            </a:r>
            <a:r>
              <a:rPr b="0" lang="en-IN" sz="2400" spc="-1" strike="noStrike">
                <a:solidFill>
                  <a:srgbClr val="a3238e"/>
                </a:solidFill>
                <a:latin typeface="Times New Roman"/>
                <a:ea typeface="Droid Sans Fallback"/>
              </a:rPr>
              <a:t> </a:t>
            </a:r>
            <a:r>
              <a:rPr b="1" lang="en-IN" sz="2400" spc="-1" strike="noStrike">
                <a:solidFill>
                  <a:srgbClr val="a3238e"/>
                </a:solidFill>
                <a:latin typeface="Times New Roman"/>
                <a:ea typeface="Droid Sans Fallback"/>
              </a:rPr>
              <a:t>‘goto label;</a:t>
            </a:r>
            <a:endParaRPr b="0" lang="en-IN" sz="2400" spc="-1" strike="noStrike">
              <a:latin typeface="Arial"/>
            </a:endParaRPr>
          </a:p>
          <a:p>
            <a:pPr algn="just">
              <a:lnSpc>
                <a:spcPct val="93000"/>
              </a:lnSpc>
            </a:pPr>
            <a:endParaRPr b="0" lang="en-IN" sz="2400" spc="-1" strike="noStrike">
              <a:latin typeface="Arial"/>
            </a:endParaRPr>
          </a:p>
          <a:p>
            <a:pPr algn="just">
              <a:lnSpc>
                <a:spcPct val="93000"/>
              </a:lnSpc>
            </a:pPr>
            <a:endParaRPr b="0" lang="en-IN" sz="2400" spc="-1" strike="noStrike">
              <a:latin typeface="Arial"/>
            </a:endParaRPr>
          </a:p>
          <a:p>
            <a:pPr algn="just">
              <a:lnSpc>
                <a:spcPct val="93000"/>
              </a:lnSpc>
            </a:pPr>
            <a:endParaRPr b="0" lang="en-IN" sz="2400" spc="-1" strike="noStrike">
              <a:latin typeface="Arial"/>
            </a:endParaRPr>
          </a:p>
          <a:p>
            <a:pPr algn="just">
              <a:lnSpc>
                <a:spcPct val="93000"/>
              </a:lnSpc>
            </a:pPr>
            <a:endParaRPr b="0" lang="en-IN" sz="2400" spc="-1" strike="noStrike">
              <a:latin typeface="Arial"/>
            </a:endParaRPr>
          </a:p>
          <a:p>
            <a:pPr algn="just">
              <a:lnSpc>
                <a:spcPct val="93000"/>
              </a:lnSpc>
            </a:pPr>
            <a:endParaRPr b="0" lang="en-IN" sz="2400" spc="-1" strike="noStrike">
              <a:latin typeface="Arial"/>
            </a:endParaRPr>
          </a:p>
          <a:p>
            <a:pPr algn="just">
              <a:lnSpc>
                <a:spcPct val="93000"/>
              </a:lnSpc>
            </a:pP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p:txBody>
      </p:sp>
    </p:spTree>
  </p:cSld>
  <p:timing>
    <p:tnLst>
      <p:par>
        <p:cTn id="97" dur="indefinite" restart="never" nodeType="tmRoot">
          <p:childTnLst>
            <p:seq>
              <p:cTn id="98" dur="indefinite" nodeType="mainSeq"/>
              <p:prevCondLst>
                <p:cond delay="0" evt="onPrev">
                  <p:tgtEl>
                    <p:sldTgt/>
                  </p:tgtEl>
                </p:cond>
              </p:prevCondLst>
              <p:nextCondLst>
                <p:cond delay="0" evt="onNext">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CustomShape 1"/>
          <p:cNvSpPr/>
          <p:nvPr/>
        </p:nvSpPr>
        <p:spPr>
          <a:xfrm>
            <a:off x="502920" y="301680"/>
            <a:ext cx="9054000" cy="1249200"/>
          </a:xfrm>
          <a:prstGeom prst="rect">
            <a:avLst/>
          </a:prstGeom>
          <a:noFill/>
          <a:ln>
            <a:noFill/>
          </a:ln>
        </p:spPr>
        <p:style>
          <a:lnRef idx="0"/>
          <a:fillRef idx="0"/>
          <a:effectRef idx="0"/>
          <a:fontRef idx="minor"/>
        </p:style>
        <p:txBody>
          <a:bodyPr lIns="0" rIns="0" tIns="28440" bIns="0" anchor="ctr"/>
          <a:p>
            <a:pPr>
              <a:lnSpc>
                <a:spcPct val="93000"/>
              </a:lnSpc>
            </a:pPr>
            <a:r>
              <a:rPr b="1" lang="en-IN" sz="3200" spc="-1" strike="noStrike">
                <a:solidFill>
                  <a:srgbClr val="ffffff"/>
                </a:solidFill>
                <a:latin typeface="Times New Roman"/>
                <a:ea typeface="Droid Sans Fallback"/>
              </a:rPr>
              <a:t>goto Statement in C</a:t>
            </a:r>
            <a:r>
              <a:rPr b="1" lang="en-IN" sz="4400" spc="-1" strike="noStrike">
                <a:solidFill>
                  <a:srgbClr val="000000"/>
                </a:solidFill>
                <a:latin typeface="Times New Roman"/>
                <a:ea typeface="Droid Sans Fallback"/>
              </a:rPr>
              <a:t>	</a:t>
            </a:r>
            <a:endParaRPr b="0" lang="en-IN" sz="4400" spc="-1" strike="noStrike">
              <a:latin typeface="Arial"/>
            </a:endParaRPr>
          </a:p>
        </p:txBody>
      </p:sp>
      <p:sp>
        <p:nvSpPr>
          <p:cNvPr id="503" name="CustomShape 2"/>
          <p:cNvSpPr/>
          <p:nvPr/>
        </p:nvSpPr>
        <p:spPr>
          <a:xfrm>
            <a:off x="502920" y="279360"/>
            <a:ext cx="9054000" cy="7353720"/>
          </a:xfrm>
          <a:prstGeom prst="rect">
            <a:avLst/>
          </a:prstGeom>
          <a:noFill/>
          <a:ln>
            <a:noFill/>
          </a:ln>
        </p:spPr>
        <p:style>
          <a:lnRef idx="0"/>
          <a:fillRef idx="0"/>
          <a:effectRef idx="0"/>
          <a:fontRef idx="minor"/>
        </p:style>
        <p:txBody>
          <a:bodyPr lIns="0" rIns="0" tIns="19440" bIns="0" anchor="ctr"/>
          <a:p>
            <a:pPr algn="just">
              <a:lnSpc>
                <a:spcPct val="93000"/>
              </a:lnSpc>
            </a:pPr>
            <a:r>
              <a:rPr b="0" lang="en-IN" sz="2200" spc="-1" strike="noStrike">
                <a:solidFill>
                  <a:srgbClr val="000000"/>
                </a:solidFill>
                <a:latin typeface="Arial"/>
                <a:ea typeface="Droid Sans Fallback"/>
              </a:rPr>
              <a:t>Flow chart :</a:t>
            </a: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p:txBody>
      </p:sp>
      <p:pic>
        <p:nvPicPr>
          <p:cNvPr id="504" name="" descr=""/>
          <p:cNvPicPr/>
          <p:nvPr/>
        </p:nvPicPr>
        <p:blipFill>
          <a:blip r:embed="rId1"/>
          <a:stretch/>
        </p:blipFill>
        <p:spPr>
          <a:xfrm>
            <a:off x="2559600" y="1554120"/>
            <a:ext cx="5378760" cy="5210640"/>
          </a:xfrm>
          <a:prstGeom prst="rect">
            <a:avLst/>
          </a:prstGeom>
          <a:ln>
            <a:noFill/>
          </a:ln>
        </p:spPr>
      </p:pic>
    </p:spTree>
  </p:cSld>
  <p:timing>
    <p:tnLst>
      <p:par>
        <p:cTn id="99" dur="indefinite" restart="never" nodeType="tmRoot">
          <p:childTnLst>
            <p:seq>
              <p:cTn id="100" dur="indefinite" nodeType="mainSeq"/>
              <p:prevCondLst>
                <p:cond delay="0" evt="onPrev">
                  <p:tgtEl>
                    <p:sldTgt/>
                  </p:tgtEl>
                </p:cond>
              </p:prevCondLst>
              <p:nextCondLst>
                <p:cond delay="0" evt="onNext">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CustomShape 1"/>
          <p:cNvSpPr/>
          <p:nvPr/>
        </p:nvSpPr>
        <p:spPr>
          <a:xfrm>
            <a:off x="502920" y="301680"/>
            <a:ext cx="9054000" cy="1249200"/>
          </a:xfrm>
          <a:prstGeom prst="rect">
            <a:avLst/>
          </a:prstGeom>
          <a:noFill/>
          <a:ln>
            <a:noFill/>
          </a:ln>
        </p:spPr>
        <p:style>
          <a:lnRef idx="0"/>
          <a:fillRef idx="0"/>
          <a:effectRef idx="0"/>
          <a:fontRef idx="minor"/>
        </p:style>
        <p:txBody>
          <a:bodyPr lIns="0" rIns="0" tIns="28440" bIns="0" anchor="ctr"/>
          <a:p>
            <a:pPr>
              <a:lnSpc>
                <a:spcPct val="93000"/>
              </a:lnSpc>
            </a:pPr>
            <a:r>
              <a:rPr b="0" lang="en-IN" sz="3200" spc="-1" strike="noStrike">
                <a:solidFill>
                  <a:srgbClr val="ffffff"/>
                </a:solidFill>
                <a:latin typeface="Arial"/>
                <a:ea typeface="Droid Sans Fallback"/>
              </a:rPr>
              <a:t>goto Statement in C</a:t>
            </a:r>
            <a:r>
              <a:rPr b="0" lang="en-IN" sz="4400" spc="-1" strike="noStrike">
                <a:solidFill>
                  <a:srgbClr val="ffffff"/>
                </a:solidFill>
                <a:latin typeface="Arial"/>
                <a:ea typeface="Droid Sans Fallback"/>
              </a:rPr>
              <a:t>	</a:t>
            </a:r>
            <a:endParaRPr b="0" lang="en-IN" sz="4400" spc="-1" strike="noStrike">
              <a:latin typeface="Arial"/>
            </a:endParaRPr>
          </a:p>
        </p:txBody>
      </p:sp>
      <p:sp>
        <p:nvSpPr>
          <p:cNvPr id="506" name="CustomShape 2"/>
          <p:cNvSpPr/>
          <p:nvPr/>
        </p:nvSpPr>
        <p:spPr>
          <a:xfrm>
            <a:off x="502920" y="279360"/>
            <a:ext cx="9054000" cy="7353720"/>
          </a:xfrm>
          <a:prstGeom prst="rect">
            <a:avLst/>
          </a:prstGeom>
          <a:noFill/>
          <a:ln>
            <a:noFill/>
          </a:ln>
        </p:spPr>
        <p:style>
          <a:lnRef idx="0"/>
          <a:fillRef idx="0"/>
          <a:effectRef idx="0"/>
          <a:fontRef idx="minor"/>
        </p:style>
        <p:txBody>
          <a:bodyPr lIns="0" rIns="0" tIns="19440" bIns="0" anchor="ctr"/>
          <a:p>
            <a:pPr algn="just">
              <a:lnSpc>
                <a:spcPct val="93000"/>
              </a:lnSpc>
            </a:pPr>
            <a:r>
              <a:rPr b="1" lang="en-IN" sz="2200" spc="-1" strike="noStrike">
                <a:solidFill>
                  <a:srgbClr val="ff0000"/>
                </a:solidFill>
                <a:latin typeface="Arial"/>
                <a:ea typeface="Droid Sans Fallback"/>
              </a:rPr>
              <a:t>Example :</a:t>
            </a: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r>
              <a:rPr b="0" lang="en-IN" sz="2200" spc="-1" strike="noStrike">
                <a:solidFill>
                  <a:srgbClr val="000000"/>
                </a:solidFill>
                <a:latin typeface="Arial"/>
                <a:ea typeface="Droid Sans Fallback"/>
              </a:rPr>
              <a:t>	</a:t>
            </a: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a:p>
            <a:pPr algn="just">
              <a:lnSpc>
                <a:spcPct val="93000"/>
              </a:lnSpc>
            </a:pPr>
            <a:endParaRPr b="0" lang="en-IN" sz="2200" spc="-1" strike="noStrike">
              <a:latin typeface="Arial"/>
            </a:endParaRPr>
          </a:p>
        </p:txBody>
      </p:sp>
      <p:sp>
        <p:nvSpPr>
          <p:cNvPr id="507" name="CustomShape 3"/>
          <p:cNvSpPr/>
          <p:nvPr/>
        </p:nvSpPr>
        <p:spPr>
          <a:xfrm>
            <a:off x="2010240" y="1737000"/>
            <a:ext cx="6858000" cy="5390640"/>
          </a:xfrm>
          <a:prstGeom prst="rect">
            <a:avLst/>
          </a:prstGeom>
          <a:noFill/>
          <a:ln>
            <a:noFill/>
          </a:ln>
        </p:spPr>
        <p:style>
          <a:lnRef idx="0"/>
          <a:fillRef idx="0"/>
          <a:effectRef idx="0"/>
          <a:fontRef idx="minor"/>
        </p:style>
        <p:txBody>
          <a:bodyPr lIns="90000" rIns="90000" tIns="64440" bIns="45000"/>
          <a:p>
            <a:pPr>
              <a:lnSpc>
                <a:spcPct val="93000"/>
              </a:lnSpc>
            </a:pPr>
            <a:r>
              <a:rPr b="0" lang="en-IN" sz="2200" spc="-1" strike="noStrike">
                <a:solidFill>
                  <a:srgbClr val="000000"/>
                </a:solidFill>
                <a:latin typeface="Arial"/>
                <a:ea typeface="Courier New"/>
              </a:rPr>
              <a:t>int main() </a:t>
            </a:r>
            <a:endParaRPr b="0" lang="en-IN" sz="2200" spc="-1" strike="noStrike">
              <a:latin typeface="Arial"/>
            </a:endParaRPr>
          </a:p>
          <a:p>
            <a:pPr>
              <a:lnSpc>
                <a:spcPct val="93000"/>
              </a:lnSpc>
            </a:pPr>
            <a:r>
              <a:rPr b="0" lang="en-IN" sz="2200" spc="-1" strike="noStrike">
                <a:solidFill>
                  <a:srgbClr val="000000"/>
                </a:solidFill>
                <a:latin typeface="Arial"/>
                <a:ea typeface="Courier New"/>
              </a:rPr>
              <a:t>{ </a:t>
            </a:r>
            <a:endParaRPr b="0" lang="en-IN" sz="2200" spc="-1" strike="noStrike">
              <a:latin typeface="Arial"/>
            </a:endParaRPr>
          </a:p>
          <a:p>
            <a:pPr>
              <a:lnSpc>
                <a:spcPct val="93000"/>
              </a:lnSpc>
            </a:pPr>
            <a:r>
              <a:rPr b="0" lang="en-IN" sz="2200" spc="-1" strike="noStrike">
                <a:solidFill>
                  <a:srgbClr val="000000"/>
                </a:solidFill>
                <a:latin typeface="Arial"/>
                <a:ea typeface="Courier New"/>
              </a:rPr>
              <a:t>  </a:t>
            </a:r>
            <a:r>
              <a:rPr b="0" lang="en-IN" sz="2200" spc="-1" strike="noStrike">
                <a:solidFill>
                  <a:srgbClr val="000000"/>
                </a:solidFill>
                <a:latin typeface="Arial"/>
                <a:ea typeface="Courier New"/>
              </a:rPr>
              <a:t>printf ( “hello\n” ) ;  </a:t>
            </a:r>
            <a:endParaRPr b="0" lang="en-IN" sz="2200" spc="-1" strike="noStrike">
              <a:latin typeface="Arial"/>
            </a:endParaRPr>
          </a:p>
          <a:p>
            <a:pPr>
              <a:lnSpc>
                <a:spcPct val="93000"/>
              </a:lnSpc>
            </a:pPr>
            <a:r>
              <a:rPr b="0" lang="en-IN" sz="2200" spc="-1" strike="noStrike">
                <a:solidFill>
                  <a:srgbClr val="a3238e"/>
                </a:solidFill>
                <a:latin typeface="Arial"/>
                <a:ea typeface="Courier New"/>
              </a:rPr>
              <a:t>  </a:t>
            </a:r>
            <a:r>
              <a:rPr b="0" lang="en-IN" sz="2200" spc="-1" strike="noStrike">
                <a:solidFill>
                  <a:srgbClr val="a3238e"/>
                </a:solidFill>
                <a:latin typeface="Arial"/>
                <a:ea typeface="Courier New"/>
              </a:rPr>
              <a:t>label:</a:t>
            </a:r>
            <a:r>
              <a:rPr b="0" lang="en-IN" sz="2200" spc="-1" strike="noStrike">
                <a:solidFill>
                  <a:srgbClr val="000000"/>
                </a:solidFill>
                <a:latin typeface="Arial"/>
                <a:ea typeface="Courier New"/>
              </a:rPr>
              <a:t> printf ( “hi\n”) ;</a:t>
            </a:r>
            <a:endParaRPr b="0" lang="en-IN" sz="2200" spc="-1" strike="noStrike">
              <a:latin typeface="Arial"/>
            </a:endParaRPr>
          </a:p>
          <a:p>
            <a:pPr>
              <a:lnSpc>
                <a:spcPct val="93000"/>
              </a:lnSpc>
            </a:pPr>
            <a:r>
              <a:rPr b="0" lang="en-IN" sz="2200" spc="-1" strike="noStrike">
                <a:solidFill>
                  <a:srgbClr val="000000"/>
                </a:solidFill>
                <a:latin typeface="Arial"/>
                <a:ea typeface="Courier New"/>
              </a:rPr>
              <a:t>  </a:t>
            </a:r>
            <a:r>
              <a:rPr b="0" lang="en-IN" sz="2200" spc="-1" strike="noStrike">
                <a:solidFill>
                  <a:srgbClr val="000000"/>
                </a:solidFill>
                <a:latin typeface="Arial"/>
                <a:ea typeface="Courier New"/>
              </a:rPr>
              <a:t>ptrintf ( “goto test\n” ) ;</a:t>
            </a:r>
            <a:endParaRPr b="0" lang="en-IN" sz="2200" spc="-1" strike="noStrike">
              <a:latin typeface="Arial"/>
            </a:endParaRPr>
          </a:p>
          <a:p>
            <a:pPr>
              <a:lnSpc>
                <a:spcPct val="93000"/>
              </a:lnSpc>
            </a:pPr>
            <a:r>
              <a:rPr b="0" lang="en-IN" sz="2200" spc="-1" strike="noStrike">
                <a:solidFill>
                  <a:srgbClr val="000000"/>
                </a:solidFill>
                <a:latin typeface="Arial"/>
                <a:ea typeface="Courier New"/>
              </a:rPr>
              <a:t>  </a:t>
            </a:r>
            <a:r>
              <a:rPr b="0" lang="en-IN" sz="2200" spc="-1" strike="noStrike">
                <a:solidFill>
                  <a:srgbClr val="000000"/>
                </a:solidFill>
                <a:latin typeface="Arial"/>
                <a:ea typeface="Courier New"/>
              </a:rPr>
              <a:t>goto label;</a:t>
            </a:r>
            <a:endParaRPr b="0" lang="en-IN" sz="2200" spc="-1" strike="noStrike">
              <a:latin typeface="Arial"/>
            </a:endParaRPr>
          </a:p>
          <a:p>
            <a:pPr>
              <a:lnSpc>
                <a:spcPct val="93000"/>
              </a:lnSpc>
            </a:pPr>
            <a:r>
              <a:rPr b="0" lang="en-IN" sz="2200" spc="-1" strike="noStrike">
                <a:solidFill>
                  <a:srgbClr val="000000"/>
                </a:solidFill>
                <a:latin typeface="Arial"/>
                <a:ea typeface="Courier New"/>
              </a:rPr>
              <a:t>  </a:t>
            </a:r>
            <a:r>
              <a:rPr b="0" lang="en-IN" sz="2200" spc="-1" strike="noStrike">
                <a:solidFill>
                  <a:srgbClr val="000000"/>
                </a:solidFill>
                <a:latin typeface="Arial"/>
                <a:ea typeface="Courier New"/>
              </a:rPr>
              <a:t>printf (“after goto\n”);</a:t>
            </a:r>
            <a:endParaRPr b="0" lang="en-IN" sz="2200" spc="-1" strike="noStrike">
              <a:latin typeface="Arial"/>
            </a:endParaRPr>
          </a:p>
          <a:p>
            <a:pPr>
              <a:lnSpc>
                <a:spcPct val="93000"/>
              </a:lnSpc>
            </a:pPr>
            <a:r>
              <a:rPr b="0" lang="en-IN" sz="2200" spc="-1" strike="noStrike">
                <a:solidFill>
                  <a:srgbClr val="000000"/>
                </a:solidFill>
                <a:latin typeface="Arial"/>
                <a:ea typeface="Courier New"/>
              </a:rPr>
              <a:t>}</a:t>
            </a:r>
            <a:endParaRPr b="0" lang="en-IN" sz="2200" spc="-1" strike="noStrike">
              <a:latin typeface="Arial"/>
            </a:endParaRPr>
          </a:p>
          <a:p>
            <a:pPr>
              <a:lnSpc>
                <a:spcPct val="93000"/>
              </a:lnSpc>
            </a:pPr>
            <a:r>
              <a:rPr b="1" lang="en-IN" sz="2200" spc="-1" strike="noStrike">
                <a:solidFill>
                  <a:srgbClr val="ce181e"/>
                </a:solidFill>
                <a:latin typeface="Arial"/>
                <a:ea typeface="Courier New"/>
              </a:rPr>
              <a:t>Output : </a:t>
            </a:r>
            <a:endParaRPr b="0" lang="en-IN" sz="2200" spc="-1" strike="noStrike">
              <a:latin typeface="Arial"/>
            </a:endParaRPr>
          </a:p>
          <a:p>
            <a:pPr>
              <a:lnSpc>
                <a:spcPct val="93000"/>
              </a:lnSpc>
            </a:pPr>
            <a:r>
              <a:rPr b="0" lang="en-IN" sz="2200" spc="-1" strike="noStrike">
                <a:solidFill>
                  <a:srgbClr val="000000"/>
                </a:solidFill>
                <a:latin typeface="Arial"/>
                <a:ea typeface="Courier New"/>
              </a:rPr>
              <a:t>Hello</a:t>
            </a:r>
            <a:endParaRPr b="0" lang="en-IN" sz="2200" spc="-1" strike="noStrike">
              <a:latin typeface="Arial"/>
            </a:endParaRPr>
          </a:p>
          <a:p>
            <a:pPr>
              <a:lnSpc>
                <a:spcPct val="93000"/>
              </a:lnSpc>
            </a:pPr>
            <a:r>
              <a:rPr b="0" lang="en-IN" sz="2200" spc="-1" strike="noStrike">
                <a:solidFill>
                  <a:srgbClr val="000000"/>
                </a:solidFill>
                <a:latin typeface="Arial"/>
                <a:ea typeface="Courier New"/>
              </a:rPr>
              <a:t>hi</a:t>
            </a:r>
            <a:endParaRPr b="0" lang="en-IN" sz="2200" spc="-1" strike="noStrike">
              <a:latin typeface="Arial"/>
            </a:endParaRPr>
          </a:p>
          <a:p>
            <a:pPr>
              <a:lnSpc>
                <a:spcPct val="93000"/>
              </a:lnSpc>
            </a:pPr>
            <a:r>
              <a:rPr b="0" lang="en-IN" sz="2200" spc="-1" strike="noStrike">
                <a:solidFill>
                  <a:srgbClr val="000000"/>
                </a:solidFill>
                <a:latin typeface="Arial"/>
                <a:ea typeface="Courier New"/>
              </a:rPr>
              <a:t>goto test</a:t>
            </a:r>
            <a:endParaRPr b="0" lang="en-IN" sz="2200" spc="-1" strike="noStrike">
              <a:latin typeface="Arial"/>
            </a:endParaRPr>
          </a:p>
          <a:p>
            <a:pPr>
              <a:lnSpc>
                <a:spcPct val="93000"/>
              </a:lnSpc>
            </a:pPr>
            <a:r>
              <a:rPr b="0" lang="en-IN" sz="2200" spc="-1" strike="noStrike">
                <a:solidFill>
                  <a:srgbClr val="000000"/>
                </a:solidFill>
                <a:latin typeface="Arial"/>
                <a:ea typeface="Courier New"/>
              </a:rPr>
              <a:t>hi</a:t>
            </a:r>
            <a:endParaRPr b="0" lang="en-IN" sz="2200" spc="-1" strike="noStrike">
              <a:latin typeface="Arial"/>
            </a:endParaRPr>
          </a:p>
          <a:p>
            <a:pPr>
              <a:lnSpc>
                <a:spcPct val="93000"/>
              </a:lnSpc>
            </a:pPr>
            <a:r>
              <a:rPr b="0" lang="en-IN" sz="2200" spc="-1" strike="noStrike">
                <a:solidFill>
                  <a:srgbClr val="000000"/>
                </a:solidFill>
                <a:latin typeface="Arial"/>
                <a:ea typeface="Courier New"/>
              </a:rPr>
              <a:t>goto test     </a:t>
            </a:r>
            <a:endParaRPr b="0" lang="en-IN" sz="2200" spc="-1" strike="noStrike">
              <a:latin typeface="Arial"/>
            </a:endParaRPr>
          </a:p>
          <a:p>
            <a:pPr>
              <a:lnSpc>
                <a:spcPct val="93000"/>
              </a:lnSpc>
            </a:pPr>
            <a:r>
              <a:rPr b="0" lang="en-IN" sz="2200" spc="-1" strike="noStrike">
                <a:solidFill>
                  <a:srgbClr val="000000"/>
                </a:solidFill>
                <a:latin typeface="Arial"/>
                <a:ea typeface="Courier New"/>
              </a:rPr>
              <a:t>.</a:t>
            </a:r>
            <a:endParaRPr b="0" lang="en-IN" sz="2200" spc="-1" strike="noStrike">
              <a:latin typeface="Arial"/>
            </a:endParaRPr>
          </a:p>
          <a:p>
            <a:pPr>
              <a:lnSpc>
                <a:spcPct val="93000"/>
              </a:lnSpc>
            </a:pPr>
            <a:r>
              <a:rPr b="0" lang="en-IN" sz="2200" spc="-1" strike="noStrike">
                <a:solidFill>
                  <a:srgbClr val="000000"/>
                </a:solidFill>
                <a:latin typeface="Arial"/>
                <a:ea typeface="Courier New"/>
              </a:rPr>
              <a:t>.</a:t>
            </a:r>
            <a:endParaRPr b="0" lang="en-IN" sz="2200" spc="-1" strike="noStrike">
              <a:latin typeface="Arial"/>
            </a:endParaRPr>
          </a:p>
          <a:p>
            <a:pPr>
              <a:lnSpc>
                <a:spcPct val="93000"/>
              </a:lnSpc>
            </a:pPr>
            <a:r>
              <a:rPr b="0" lang="en-IN" sz="2200" spc="-1" strike="noStrike">
                <a:solidFill>
                  <a:srgbClr val="000000"/>
                </a:solidFill>
                <a:latin typeface="Arial"/>
                <a:ea typeface="Courier New"/>
              </a:rPr>
              <a:t>.</a:t>
            </a:r>
            <a:endParaRPr b="0" lang="en-IN" sz="2200" spc="-1" strike="noStrike">
              <a:latin typeface="Arial"/>
            </a:endParaRPr>
          </a:p>
        </p:txBody>
      </p:sp>
    </p:spTree>
  </p:cSld>
  <p:timing>
    <p:tnLst>
      <p:par>
        <p:cTn id="101" dur="indefinite" restart="never" nodeType="tmRoot">
          <p:childTnLst>
            <p:seq>
              <p:cTn id="102" dur="indefinite" nodeType="mainSeq"/>
              <p:prevCondLst>
                <p:cond delay="0" evt="onPrev">
                  <p:tgtEl>
                    <p:sldTgt/>
                  </p:tgtEl>
                </p:cond>
              </p:prevCondLst>
              <p:nextCondLst>
                <p:cond delay="0" evt="onNext">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CustomShape 1"/>
          <p:cNvSpPr/>
          <p:nvPr/>
        </p:nvSpPr>
        <p:spPr>
          <a:xfrm>
            <a:off x="360000" y="437040"/>
            <a:ext cx="9275760" cy="664920"/>
          </a:xfrm>
          <a:prstGeom prst="rect">
            <a:avLst/>
          </a:prstGeom>
          <a:noFill/>
          <a:ln>
            <a:noFill/>
          </a:ln>
        </p:spPr>
        <p:style>
          <a:lnRef idx="0"/>
          <a:fillRef idx="0"/>
          <a:effectRef idx="0"/>
          <a:fontRef idx="minor"/>
        </p:style>
        <p:txBody>
          <a:bodyPr lIns="0" rIns="0" tIns="0" bIns="0" anchor="ctr"/>
          <a:p>
            <a:pPr algn="ctr">
              <a:lnSpc>
                <a:spcPct val="100000"/>
              </a:lnSpc>
            </a:pPr>
            <a:r>
              <a:rPr b="1" lang="en-IN" sz="3200" spc="-1" strike="noStrike">
                <a:solidFill>
                  <a:srgbClr val="ffffff"/>
                </a:solidFill>
                <a:latin typeface="Times New Roman"/>
                <a:ea typeface="DejaVu Sans"/>
              </a:rPr>
              <a:t> </a:t>
            </a:r>
            <a:r>
              <a:rPr b="1" lang="en-IN" sz="3200" spc="-1" strike="noStrike">
                <a:solidFill>
                  <a:srgbClr val="ffffff"/>
                </a:solidFill>
                <a:latin typeface="Times New Roman"/>
                <a:ea typeface="DejaVu Sans"/>
              </a:rPr>
              <a:t>Forward goto example                                               </a:t>
            </a:r>
            <a:endParaRPr b="0" lang="en-IN" sz="3200" spc="-1" strike="noStrike">
              <a:latin typeface="Arial"/>
            </a:endParaRPr>
          </a:p>
        </p:txBody>
      </p:sp>
      <p:sp>
        <p:nvSpPr>
          <p:cNvPr id="509" name="CustomShape 2"/>
          <p:cNvSpPr/>
          <p:nvPr/>
        </p:nvSpPr>
        <p:spPr>
          <a:xfrm>
            <a:off x="360000" y="1463400"/>
            <a:ext cx="9096480" cy="5298480"/>
          </a:xfrm>
          <a:prstGeom prst="rect">
            <a:avLst/>
          </a:prstGeom>
          <a:noFill/>
          <a:ln>
            <a:noFill/>
          </a:ln>
        </p:spPr>
        <p:style>
          <a:lnRef idx="0"/>
          <a:fillRef idx="0"/>
          <a:effectRef idx="0"/>
          <a:fontRef idx="minor"/>
        </p:style>
        <p:txBody>
          <a:bodyPr lIns="0" rIns="0" tIns="0" bIns="0">
            <a:normAutofit/>
          </a:bodyPr>
          <a:p>
            <a:pPr marL="432000" indent="-316800">
              <a:lnSpc>
                <a:spcPct val="100000"/>
              </a:lnSpc>
              <a:buClr>
                <a:srgbClr val="000000"/>
              </a:buClr>
              <a:buSzPct val="45000"/>
              <a:buFont typeface="Wingdings" charset="2"/>
              <a:buChar char=""/>
            </a:pPr>
            <a:r>
              <a:rPr b="0" lang="en-IN" sz="3200" spc="-1" strike="noStrike">
                <a:solidFill>
                  <a:srgbClr val="000000"/>
                </a:solidFill>
                <a:latin typeface="Arial"/>
                <a:ea typeface="DejaVu Sans"/>
              </a:rPr>
              <a:t>#include&lt;stdio.h&gt;</a:t>
            </a:r>
            <a:endParaRPr b="0" lang="en-IN" sz="3200" spc="-1" strike="noStrike">
              <a:latin typeface="Arial"/>
            </a:endParaRPr>
          </a:p>
          <a:p>
            <a:pPr marL="432000" indent="-316800">
              <a:lnSpc>
                <a:spcPct val="100000"/>
              </a:lnSpc>
              <a:buClr>
                <a:srgbClr val="000000"/>
              </a:buClr>
              <a:buSzPct val="45000"/>
              <a:buFont typeface="Wingdings" charset="2"/>
              <a:buChar char=""/>
            </a:pPr>
            <a:r>
              <a:rPr b="0" lang="en-IN" sz="3200" spc="-1" strike="noStrike">
                <a:solidFill>
                  <a:srgbClr val="000000"/>
                </a:solidFill>
                <a:latin typeface="Arial"/>
                <a:ea typeface="DejaVu Sans"/>
              </a:rPr>
              <a:t>int main()</a:t>
            </a:r>
            <a:endParaRPr b="0" lang="en-IN" sz="3200" spc="-1" strike="noStrike">
              <a:latin typeface="Arial"/>
            </a:endParaRPr>
          </a:p>
          <a:p>
            <a:pPr marL="432000" indent="-316800">
              <a:lnSpc>
                <a:spcPct val="100000"/>
              </a:lnSpc>
              <a:buClr>
                <a:srgbClr val="000000"/>
              </a:buClr>
              <a:buSzPct val="45000"/>
              <a:buFont typeface="Wingdings" charset="2"/>
              <a:buChar char=""/>
            </a:pPr>
            <a:r>
              <a:rPr b="0" lang="en-IN" sz="3200" spc="-1" strike="noStrike">
                <a:solidFill>
                  <a:srgbClr val="000000"/>
                </a:solidFill>
                <a:latin typeface="Arial"/>
                <a:ea typeface="DejaVu Sans"/>
              </a:rPr>
              <a:t>{</a:t>
            </a:r>
            <a:endParaRPr b="0" lang="en-IN" sz="3200" spc="-1" strike="noStrike">
              <a:latin typeface="Arial"/>
            </a:endParaRPr>
          </a:p>
          <a:p>
            <a:pPr marL="432000" indent="-316800">
              <a:lnSpc>
                <a:spcPct val="100000"/>
              </a:lnSpc>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printf("Hello...\n");</a:t>
            </a:r>
            <a:endParaRPr b="0" lang="en-IN" sz="3200" spc="-1" strike="noStrike">
              <a:latin typeface="Arial"/>
            </a:endParaRPr>
          </a:p>
          <a:p>
            <a:pPr marL="432000" indent="-316800">
              <a:lnSpc>
                <a:spcPct val="100000"/>
              </a:lnSpc>
              <a:buClr>
                <a:srgbClr val="000000"/>
              </a:buClr>
              <a:buSzPct val="45000"/>
              <a:buFont typeface="Wingdings" charset="2"/>
              <a:buChar char=""/>
            </a:pPr>
            <a:r>
              <a:rPr b="0" lang="en-IN" sz="3200" spc="-1" strike="noStrike">
                <a:solidFill>
                  <a:srgbClr val="000000"/>
                </a:solidFill>
                <a:latin typeface="Arial"/>
                <a:ea typeface="DejaVu Sans"/>
              </a:rPr>
              <a:t>        </a:t>
            </a:r>
            <a:r>
              <a:rPr b="1" lang="en-IN" sz="3200" spc="-1" strike="noStrike">
                <a:solidFill>
                  <a:srgbClr val="ce181e"/>
                </a:solidFill>
                <a:latin typeface="Arial"/>
                <a:ea typeface="DejaVu Sans"/>
              </a:rPr>
              <a:t>goto label;</a:t>
            </a:r>
            <a:endParaRPr b="0" lang="en-IN" sz="3200" spc="-1" strike="noStrike">
              <a:latin typeface="Arial"/>
            </a:endParaRPr>
          </a:p>
          <a:p>
            <a:pPr marL="432000" indent="-316800">
              <a:lnSpc>
                <a:spcPct val="100000"/>
              </a:lnSpc>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printf("Hai...\n");</a:t>
            </a:r>
            <a:endParaRPr b="0" lang="en-IN" sz="3200" spc="-1" strike="noStrike">
              <a:latin typeface="Arial"/>
            </a:endParaRPr>
          </a:p>
          <a:p>
            <a:pPr marL="432000" indent="-316800">
              <a:lnSpc>
                <a:spcPct val="100000"/>
              </a:lnSpc>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printf("Vector...\n");</a:t>
            </a:r>
            <a:endParaRPr b="0" lang="en-IN" sz="3200" spc="-1" strike="noStrike">
              <a:latin typeface="Arial"/>
            </a:endParaRPr>
          </a:p>
          <a:p>
            <a:pPr marL="432000" indent="-316800">
              <a:lnSpc>
                <a:spcPct val="100000"/>
              </a:lnSpc>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printf("India...\n");</a:t>
            </a:r>
            <a:endParaRPr b="0" lang="en-IN" sz="3200" spc="-1" strike="noStrike">
              <a:latin typeface="Arial"/>
            </a:endParaRPr>
          </a:p>
          <a:p>
            <a:pPr marL="432000" indent="-316800">
              <a:lnSpc>
                <a:spcPct val="100000"/>
              </a:lnSpc>
              <a:buClr>
                <a:srgbClr val="000000"/>
              </a:buClr>
              <a:buSzPct val="45000"/>
              <a:buFont typeface="Wingdings" charset="2"/>
              <a:buChar char=""/>
            </a:pPr>
            <a:r>
              <a:rPr b="1" lang="en-IN" sz="3200" spc="-1" strike="noStrike">
                <a:solidFill>
                  <a:srgbClr val="ce181e"/>
                </a:solidFill>
                <a:latin typeface="Arial"/>
                <a:ea typeface="DejaVu Sans"/>
              </a:rPr>
              <a:t>label:</a:t>
            </a:r>
            <a:endParaRPr b="0" lang="en-IN" sz="3200" spc="-1" strike="noStrike">
              <a:latin typeface="Arial"/>
            </a:endParaRPr>
          </a:p>
          <a:p>
            <a:pPr marL="432000" indent="-316800">
              <a:lnSpc>
                <a:spcPct val="100000"/>
              </a:lnSpc>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printf("Embedded...\n");</a:t>
            </a:r>
            <a:endParaRPr b="0" lang="en-IN" sz="3200" spc="-1" strike="noStrike">
              <a:latin typeface="Arial"/>
            </a:endParaRPr>
          </a:p>
          <a:p>
            <a:pPr marL="432000" indent="-316800">
              <a:lnSpc>
                <a:spcPct val="100000"/>
              </a:lnSpc>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printf("Training...\n");</a:t>
            </a:r>
            <a:endParaRPr b="0" lang="en-IN" sz="3200" spc="-1" strike="noStrike">
              <a:latin typeface="Arial"/>
            </a:endParaRPr>
          </a:p>
          <a:p>
            <a:pPr marL="432000" indent="-316800">
              <a:lnSpc>
                <a:spcPct val="100000"/>
              </a:lnSpc>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printf("Chennai...\n");</a:t>
            </a:r>
            <a:endParaRPr b="0" lang="en-IN" sz="3200" spc="-1" strike="noStrike">
              <a:latin typeface="Arial"/>
            </a:endParaRPr>
          </a:p>
          <a:p>
            <a:pPr marL="432000" indent="-316800">
              <a:lnSpc>
                <a:spcPct val="100000"/>
              </a:lnSpc>
              <a:buClr>
                <a:srgbClr val="000000"/>
              </a:buClr>
              <a:buSzPct val="45000"/>
              <a:buFont typeface="Wingdings" charset="2"/>
              <a:buChar char=""/>
            </a:pPr>
            <a:r>
              <a:rPr b="0" lang="en-IN" sz="3200" spc="-1" strike="noStrike">
                <a:solidFill>
                  <a:srgbClr val="000000"/>
                </a:solidFill>
                <a:latin typeface="Arial"/>
                <a:ea typeface="DejaVu Sans"/>
              </a:rPr>
              <a:t>}</a:t>
            </a:r>
            <a:endParaRPr b="0" lang="en-IN" sz="3200" spc="-1" strike="noStrike">
              <a:latin typeface="Arial"/>
            </a:endParaRPr>
          </a:p>
        </p:txBody>
      </p:sp>
    </p:spTree>
  </p:cSld>
  <p:timing>
    <p:tnLst>
      <p:par>
        <p:cTn id="103" dur="indefinite" restart="never" nodeType="tmRoot">
          <p:childTnLst>
            <p:seq>
              <p:cTn id="104" dur="indefinite" nodeType="mainSeq"/>
              <p:prevCondLst>
                <p:cond delay="0" evt="onPrev">
                  <p:tgtEl>
                    <p:sldTgt/>
                  </p:tgtEl>
                </p:cond>
              </p:prevCondLst>
              <p:nextCondLst>
                <p:cond delay="0" evt="onNext">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CustomShape 1"/>
          <p:cNvSpPr/>
          <p:nvPr/>
        </p:nvSpPr>
        <p:spPr>
          <a:xfrm>
            <a:off x="360000" y="437040"/>
            <a:ext cx="9275760" cy="664920"/>
          </a:xfrm>
          <a:prstGeom prst="rect">
            <a:avLst/>
          </a:prstGeom>
          <a:noFill/>
          <a:ln>
            <a:noFill/>
          </a:ln>
        </p:spPr>
        <p:style>
          <a:lnRef idx="0"/>
          <a:fillRef idx="0"/>
          <a:effectRef idx="0"/>
          <a:fontRef idx="minor"/>
        </p:style>
        <p:txBody>
          <a:bodyPr lIns="0" rIns="0" tIns="0" bIns="0" anchor="ctr"/>
          <a:p>
            <a:pPr algn="ctr">
              <a:lnSpc>
                <a:spcPct val="100000"/>
              </a:lnSpc>
            </a:pPr>
            <a:r>
              <a:rPr b="1" lang="en-IN" sz="3200" spc="-1" strike="noStrike">
                <a:solidFill>
                  <a:srgbClr val="ffffff"/>
                </a:solidFill>
                <a:latin typeface="Times New Roman"/>
                <a:ea typeface="DejaVu Sans"/>
              </a:rPr>
              <a:t> </a:t>
            </a:r>
            <a:r>
              <a:rPr b="1" lang="en-IN" sz="3200" spc="-1" strike="noStrike">
                <a:solidFill>
                  <a:srgbClr val="ffffff"/>
                </a:solidFill>
                <a:latin typeface="Times New Roman"/>
                <a:ea typeface="DejaVu Sans"/>
              </a:rPr>
              <a:t>Backward goto example                                             </a:t>
            </a:r>
            <a:endParaRPr b="0" lang="en-IN" sz="3200" spc="-1" strike="noStrike">
              <a:latin typeface="Arial"/>
            </a:endParaRPr>
          </a:p>
        </p:txBody>
      </p:sp>
      <p:sp>
        <p:nvSpPr>
          <p:cNvPr id="511" name="CustomShape 2"/>
          <p:cNvSpPr/>
          <p:nvPr/>
        </p:nvSpPr>
        <p:spPr>
          <a:xfrm>
            <a:off x="360000" y="1440000"/>
            <a:ext cx="9096480" cy="5413320"/>
          </a:xfrm>
          <a:prstGeom prst="rect">
            <a:avLst/>
          </a:prstGeom>
          <a:noFill/>
          <a:ln>
            <a:noFill/>
          </a:ln>
        </p:spPr>
        <p:style>
          <a:lnRef idx="0"/>
          <a:fillRef idx="0"/>
          <a:effectRef idx="0"/>
          <a:fontRef idx="minor"/>
        </p:style>
        <p:txBody>
          <a:bodyPr lIns="0" rIns="0" tIns="0" bIns="0">
            <a:normAutofit/>
          </a:bodyPr>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#include&lt;stdio.h&gt;</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#include&lt;unistd.h&gt;</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int main()</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printf("Hello...\n");</a:t>
            </a:r>
            <a:endParaRPr b="0" lang="en-IN" sz="2600" spc="-1" strike="noStrike">
              <a:latin typeface="Arial"/>
            </a:endParaRPr>
          </a:p>
          <a:p>
            <a:pPr marL="432000" indent="-316800">
              <a:lnSpc>
                <a:spcPct val="100000"/>
              </a:lnSpc>
              <a:buClr>
                <a:srgbClr val="000000"/>
              </a:buClr>
              <a:buSzPct val="45000"/>
              <a:buFont typeface="Wingdings" charset="2"/>
              <a:buChar char=""/>
            </a:pPr>
            <a:r>
              <a:rPr b="1" lang="en-IN" sz="2600" spc="-1" strike="noStrike">
                <a:solidFill>
                  <a:srgbClr val="ce181e"/>
                </a:solidFill>
                <a:latin typeface="Times New Roman"/>
                <a:ea typeface="DejaVu Sans"/>
              </a:rPr>
              <a:t>abc:</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printf("Hai...\n");</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printf("Vector...\n");</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printf("India...\n");</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sleep(1);</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1" lang="en-IN" sz="2600" spc="-1" strike="noStrike">
                <a:solidFill>
                  <a:srgbClr val="ce181e"/>
                </a:solidFill>
                <a:latin typeface="Times New Roman"/>
                <a:ea typeface="DejaVu Sans"/>
              </a:rPr>
              <a:t>   </a:t>
            </a:r>
            <a:r>
              <a:rPr b="1" lang="en-IN" sz="2600" spc="-1" strike="noStrike">
                <a:solidFill>
                  <a:srgbClr val="ce181e"/>
                </a:solidFill>
                <a:latin typeface="Times New Roman"/>
                <a:ea typeface="DejaVu Sans"/>
              </a:rPr>
              <a:t>goto abc;</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printf("Embedded...\n");</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printf("Training...\n");</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printf("Chennai...\n");</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a:t>
            </a:r>
            <a:endParaRPr b="0" lang="en-IN" sz="2600" spc="-1" strike="noStrike">
              <a:latin typeface="Arial"/>
            </a:endParaRPr>
          </a:p>
        </p:txBody>
      </p:sp>
    </p:spTree>
  </p:cSld>
  <p:timing>
    <p:tnLst>
      <p:par>
        <p:cTn id="105" dur="indefinite" restart="never" nodeType="tmRoot">
          <p:childTnLst>
            <p:seq>
              <p:cTn id="106" dur="indefinite" nodeType="mainSeq"/>
              <p:prevCondLst>
                <p:cond delay="0" evt="onPrev">
                  <p:tgtEl>
                    <p:sldTgt/>
                  </p:tgtEl>
                </p:cond>
              </p:prevCondLst>
              <p:nextCondLst>
                <p:cond delay="0" evt="onNext">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2" name="CustomShape 1"/>
          <p:cNvSpPr/>
          <p:nvPr/>
        </p:nvSpPr>
        <p:spPr>
          <a:xfrm>
            <a:off x="360000" y="437040"/>
            <a:ext cx="9275760" cy="66492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ffffff"/>
                </a:solidFill>
                <a:latin typeface="Arial"/>
                <a:ea typeface="DejaVu Sans"/>
              </a:rPr>
              <a:t> </a:t>
            </a:r>
            <a:r>
              <a:rPr b="1" lang="en-IN" sz="3200" spc="-1" strike="noStrike">
                <a:solidFill>
                  <a:srgbClr val="ffffff"/>
                </a:solidFill>
                <a:latin typeface="Times New Roman"/>
                <a:ea typeface="DejaVu Sans"/>
              </a:rPr>
              <a:t>Printing “Hello world” for 10 times                          </a:t>
            </a:r>
            <a:endParaRPr b="0" lang="en-IN" sz="3200" spc="-1" strike="noStrike">
              <a:latin typeface="Arial"/>
            </a:endParaRPr>
          </a:p>
        </p:txBody>
      </p:sp>
      <p:sp>
        <p:nvSpPr>
          <p:cNvPr id="513" name="CustomShape 2"/>
          <p:cNvSpPr/>
          <p:nvPr/>
        </p:nvSpPr>
        <p:spPr>
          <a:xfrm>
            <a:off x="360000" y="1463400"/>
            <a:ext cx="9096480" cy="5389920"/>
          </a:xfrm>
          <a:prstGeom prst="rect">
            <a:avLst/>
          </a:prstGeom>
          <a:noFill/>
          <a:ln>
            <a:noFill/>
          </a:ln>
        </p:spPr>
        <p:style>
          <a:lnRef idx="0"/>
          <a:fillRef idx="0"/>
          <a:effectRef idx="0"/>
          <a:fontRef idx="minor"/>
        </p:style>
        <p:txBody>
          <a:bodyPr lIns="0" rIns="0" tIns="0" bIns="0">
            <a:normAutofit/>
          </a:bodyPr>
          <a:p>
            <a:pPr marL="432000" indent="-31680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#include&lt;stdio.h&gt;</a:t>
            </a:r>
            <a:endParaRPr b="0" lang="en-IN" sz="3200" spc="-1" strike="noStrike">
              <a:latin typeface="Arial"/>
            </a:endParaRPr>
          </a:p>
          <a:p>
            <a:pPr marL="432000" indent="-31680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int main()</a:t>
            </a:r>
            <a:endParaRPr b="0" lang="en-IN" sz="3200" spc="-1" strike="noStrike">
              <a:latin typeface="Arial"/>
            </a:endParaRPr>
          </a:p>
          <a:p>
            <a:pPr marL="432000" indent="-31680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a:t>
            </a:r>
            <a:endParaRPr b="0" lang="en-IN" sz="3200" spc="-1" strike="noStrike">
              <a:latin typeface="Arial"/>
            </a:endParaRPr>
          </a:p>
          <a:p>
            <a:pPr marL="432000" indent="-31680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int i=0;</a:t>
            </a:r>
            <a:endParaRPr b="0" lang="en-IN" sz="3200" spc="-1" strike="noStrike">
              <a:latin typeface="Arial"/>
            </a:endParaRPr>
          </a:p>
          <a:p>
            <a:pPr marL="432000" indent="-31680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1" lang="en-IN" sz="3200" spc="-1" strike="noStrike">
                <a:solidFill>
                  <a:srgbClr val="ce181e"/>
                </a:solidFill>
                <a:latin typeface="Times New Roman"/>
                <a:ea typeface="DejaVu Sans"/>
              </a:rPr>
              <a:t>abc:</a:t>
            </a:r>
            <a:endParaRPr b="0" lang="en-IN" sz="3200" spc="-1" strike="noStrike">
              <a:latin typeface="Arial"/>
            </a:endParaRPr>
          </a:p>
          <a:p>
            <a:pPr marL="432000" indent="-31680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printf("Hello world\n");</a:t>
            </a:r>
            <a:endParaRPr b="0" lang="en-IN" sz="3200" spc="-1" strike="noStrike">
              <a:latin typeface="Arial"/>
            </a:endParaRPr>
          </a:p>
          <a:p>
            <a:pPr marL="432000" indent="-31680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i++;</a:t>
            </a:r>
            <a:endParaRPr b="0" lang="en-IN" sz="3200" spc="-1" strike="noStrike">
              <a:latin typeface="Arial"/>
            </a:endParaRPr>
          </a:p>
          <a:p>
            <a:pPr marL="432000" indent="-31680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if(i&lt;10)</a:t>
            </a:r>
            <a:endParaRPr b="0" lang="en-IN" sz="3200" spc="-1" strike="noStrike">
              <a:latin typeface="Arial"/>
            </a:endParaRPr>
          </a:p>
          <a:p>
            <a:pPr marL="432000" indent="-31680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1" lang="en-IN" sz="3200" spc="-1" strike="noStrike">
                <a:solidFill>
                  <a:srgbClr val="ce181e"/>
                </a:solidFill>
                <a:latin typeface="Times New Roman"/>
                <a:ea typeface="DejaVu Sans"/>
              </a:rPr>
              <a:t>goto abc;</a:t>
            </a:r>
            <a:endParaRPr b="0" lang="en-IN" sz="3200" spc="-1" strike="noStrike">
              <a:latin typeface="Arial"/>
            </a:endParaRPr>
          </a:p>
          <a:p>
            <a:pPr marL="432000" indent="-31680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a:t>
            </a:r>
            <a:endParaRPr b="0" lang="en-IN" sz="3200" spc="-1" strike="noStrike">
              <a:latin typeface="Arial"/>
            </a:endParaRPr>
          </a:p>
        </p:txBody>
      </p:sp>
    </p:spTree>
  </p:cSld>
  <p:timing>
    <p:tnLst>
      <p:par>
        <p:cTn id="107" dur="indefinite" restart="never" nodeType="tmRoot">
          <p:childTnLst>
            <p:seq>
              <p:cTn id="108" dur="indefinite" nodeType="mainSeq"/>
              <p:prevCondLst>
                <p:cond delay="0" evt="onPrev">
                  <p:tgtEl>
                    <p:sldTgt/>
                  </p:tgtEl>
                </p:cond>
              </p:prevCondLst>
              <p:nextCondLst>
                <p:cond delay="0" evt="onNext">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CustomShape 1"/>
          <p:cNvSpPr/>
          <p:nvPr/>
        </p:nvSpPr>
        <p:spPr>
          <a:xfrm>
            <a:off x="360000" y="437040"/>
            <a:ext cx="9275760" cy="66492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000000"/>
                </a:solidFill>
                <a:latin typeface="Arial"/>
                <a:ea typeface="DejaVu Sans"/>
              </a:rPr>
              <a:t> </a:t>
            </a:r>
            <a:r>
              <a:rPr b="1" lang="en-IN" sz="3200" spc="-1" strike="noStrike">
                <a:solidFill>
                  <a:srgbClr val="ffffff"/>
                </a:solidFill>
                <a:latin typeface="Times New Roman"/>
                <a:ea typeface="DejaVu Sans"/>
              </a:rPr>
              <a:t>Multiplication table for given number                         </a:t>
            </a:r>
            <a:endParaRPr b="0" lang="en-IN" sz="3200" spc="-1" strike="noStrike">
              <a:latin typeface="Arial"/>
            </a:endParaRPr>
          </a:p>
        </p:txBody>
      </p:sp>
      <p:sp>
        <p:nvSpPr>
          <p:cNvPr id="515" name="CustomShape 2"/>
          <p:cNvSpPr/>
          <p:nvPr/>
        </p:nvSpPr>
        <p:spPr>
          <a:xfrm>
            <a:off x="360000" y="1463400"/>
            <a:ext cx="9096480" cy="5389920"/>
          </a:xfrm>
          <a:prstGeom prst="rect">
            <a:avLst/>
          </a:prstGeom>
          <a:noFill/>
          <a:ln>
            <a:noFill/>
          </a:ln>
        </p:spPr>
        <p:style>
          <a:lnRef idx="0"/>
          <a:fillRef idx="0"/>
          <a:effectRef idx="0"/>
          <a:fontRef idx="minor"/>
        </p:style>
        <p:txBody>
          <a:bodyPr lIns="0" rIns="0" tIns="0" bIns="0">
            <a:normAutofit/>
          </a:bodyPr>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#include&lt;stdio.h&gt;</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int main()</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int i=1,n;</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printf("Enter the n value\n");</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scanf("%d",&amp;n);</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1" lang="en-IN" sz="2600" spc="-1" strike="noStrike">
                <a:solidFill>
                  <a:srgbClr val="ce181e"/>
                </a:solidFill>
                <a:latin typeface="Times New Roman"/>
                <a:ea typeface="DejaVu Sans"/>
              </a:rPr>
              <a:t>label:</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printf("%d * %d = %d\n",n,i,n*i);</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i++;</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if(i&lt;=10)</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1" lang="en-IN" sz="2600" spc="-1" strike="noStrike">
                <a:solidFill>
                  <a:srgbClr val="ce181e"/>
                </a:solidFill>
                <a:latin typeface="Times New Roman"/>
                <a:ea typeface="DejaVu Sans"/>
              </a:rPr>
              <a:t>goto label;</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printf("\n");</a:t>
            </a:r>
            <a:endParaRPr b="0" lang="en-IN" sz="2600" spc="-1" strike="noStrike">
              <a:latin typeface="Arial"/>
            </a:endParaRPr>
          </a:p>
          <a:p>
            <a:pPr marL="432000" indent="-3168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a:t>
            </a:r>
            <a:endParaRPr b="0" lang="en-IN" sz="2600" spc="-1" strike="noStrike">
              <a:latin typeface="Arial"/>
            </a:endParaRPr>
          </a:p>
        </p:txBody>
      </p:sp>
    </p:spTree>
  </p:cSld>
  <p:timing>
    <p:tnLst>
      <p:par>
        <p:cTn id="109" dur="indefinite" restart="never" nodeType="tmRoot">
          <p:childTnLst>
            <p:seq>
              <p:cTn id="110" dur="indefinite" nodeType="mainSeq"/>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1264</TotalTime>
  <Application>LibreOffice/6.0.7.3$Linux_X86_64 LibreOffice_project/00m0$Build-3</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2025-11-13T14:44:19Z</dcterms:modified>
  <cp:revision>72</cp:revision>
  <dc:subject/>
  <dc:title/>
</cp:coreProperties>
</file>