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9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20000" y="2160000"/>
            <a:ext cx="864000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720000" y="300960"/>
            <a:ext cx="8855640" cy="5853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4728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720000" y="445032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4728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64104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56244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72000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64104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56244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720000" y="2160000"/>
            <a:ext cx="864000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720000" y="300960"/>
            <a:ext cx="8855640" cy="5853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43844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514728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720000" y="4450320"/>
            <a:ext cx="864000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7280" y="216000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72000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147280" y="4450320"/>
            <a:ext cx="421596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364104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562440" y="216000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72000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364104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6562440" y="4450320"/>
            <a:ext cx="2781720" cy="2091240"/>
          </a:xfrm>
          <a:prstGeom prst="rect">
            <a:avLst/>
          </a:prstGeom>
        </p:spPr>
        <p:txBody>
          <a:bodyPr lIns="0" rIns="0" tIns="0" bIns="0"/>
          <a:p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92000" y="4104000"/>
            <a:ext cx="8568000" cy="1440000"/>
          </a:xfrm>
          <a:prstGeom prst="rect">
            <a:avLst/>
          </a:prstGeom>
        </p:spPr>
        <p:txBody>
          <a:bodyPr lIns="0" rIns="0" tIns="0" bIns="0" anchor="ctr">
            <a:normAutofit/>
          </a:bodyPr>
          <a:p>
            <a:r>
              <a:rPr b="1" lang="en-IN" sz="4800" spc="-1" strike="noStrike">
                <a:solidFill>
                  <a:srgbClr val="333333"/>
                </a:solidFill>
                <a:latin typeface="Noto Sans Regular"/>
              </a:rPr>
              <a:t>Click to edit the title text format</a:t>
            </a:r>
            <a:endParaRPr b="1" lang="en-IN" sz="4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92000" y="5904000"/>
            <a:ext cx="856800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Aft>
                <a:spcPts val="1879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Click to edit the outline text format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1" marL="864000" indent="-324000">
              <a:spcAft>
                <a:spcPts val="149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Second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2" marL="1296000" indent="-288000">
              <a:spcAft>
                <a:spcPts val="11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Third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3" marL="1728000" indent="-216000">
              <a:spcAft>
                <a:spcPts val="74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Fourth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4" marL="2160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Fifth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5" marL="2592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Sixth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  <a:p>
            <a:pPr lvl="6" marL="3024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33333"/>
                </a:solidFill>
                <a:latin typeface="Noto Sans Bold"/>
              </a:rPr>
              <a:t>Seventh Outline Level</a:t>
            </a:r>
            <a:endParaRPr b="0" lang="en-IN" sz="2400" spc="-1" strike="noStrike">
              <a:solidFill>
                <a:srgbClr val="333333"/>
              </a:solidFill>
              <a:latin typeface="Noto Sans Bold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644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n-IN" sz="1400" spc="-1" strike="noStrike">
                <a:latin typeface="Noto Sans Regular"/>
              </a:rPr>
              <a:t>&lt;date/time&gt;</a:t>
            </a:r>
            <a:endParaRPr b="0" lang="en-IN" sz="1400" spc="-1" strike="noStrike">
              <a:latin typeface="Noto Sans Regula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644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n-IN" sz="1400" spc="-1" strike="noStrike">
                <a:latin typeface="Noto Sans Regular"/>
              </a:rPr>
              <a:t>&lt;footer&gt;</a:t>
            </a:r>
            <a:endParaRPr b="0" lang="en-IN" sz="1400" spc="-1" strike="noStrike">
              <a:latin typeface="Noto Sans Regular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644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24DECA20-7A5C-46CE-A0DD-ED13E66C070C}" type="slidenum">
              <a:rPr b="0" lang="en-IN" sz="1400" spc="-1" strike="noStrike">
                <a:latin typeface="Noto Sans Regular"/>
              </a:rPr>
              <a:t>&lt;number&gt;</a:t>
            </a:fld>
            <a:r>
              <a:rPr b="0" lang="en-IN" sz="1400" spc="-1" strike="noStrike">
                <a:latin typeface="Noto Sans Regular"/>
              </a:rPr>
              <a:t> / </a:t>
            </a:r>
            <a:fld id="{5E0D446C-C82D-4585-B8CA-C19A1B2C9C90}" type="slidecount">
              <a:rPr b="0" lang="en-IN" sz="1400" spc="-1" strike="noStrike">
                <a:latin typeface="Noto Sans Regular"/>
              </a:rPr>
              <a:t>39</a:t>
            </a:fld>
            <a:endParaRPr b="0" lang="en-IN" sz="1400" spc="-1" strike="noStrike">
              <a:latin typeface="Noto Sans Regular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0" y="4320000"/>
            <a:ext cx="504000" cy="108000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333333"/>
                </a:solidFill>
                <a:latin typeface="Noto Sans Regular"/>
              </a:rPr>
              <a:t>Click to edit the title text format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438444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Click to edit the outline text format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  <a:buClr>
                <a:srgbClr val="ef2929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Second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2" marL="1296000" indent="-288000">
              <a:spcAft>
                <a:spcPts val="845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Third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3" marL="1728000" indent="-216000">
              <a:spcAft>
                <a:spcPts val="567"/>
              </a:spcAft>
              <a:buClr>
                <a:srgbClr val="ef2929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Fourth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4" marL="2160000" indent="-216000">
              <a:spcAft>
                <a:spcPts val="283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Fifth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5" marL="2592000" indent="-216000">
              <a:spcAft>
                <a:spcPts val="283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Sixth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pPr lvl="6" marL="3024000" indent="-216000">
              <a:spcAft>
                <a:spcPts val="283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Seventh Outline Level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504000" y="688680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n-IN" sz="1400" spc="-1" strike="noStrike">
                <a:latin typeface="Noto Sans Regular"/>
              </a:rPr>
              <a:t>&lt;date/time&gt;</a:t>
            </a:r>
            <a:endParaRPr b="0" lang="en-IN" sz="1400" spc="-1" strike="noStrike">
              <a:latin typeface="Noto Sans Regular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3447360" y="688680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n-IN" sz="1400" spc="-1" strike="noStrike">
                <a:latin typeface="Noto Sans Regular"/>
              </a:rPr>
              <a:t>&lt;footer&gt;</a:t>
            </a:r>
            <a:endParaRPr b="0" lang="en-IN" sz="1400" spc="-1" strike="noStrike">
              <a:latin typeface="Noto Sans Regular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7227360" y="688680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502657C8-C97F-41F6-9706-D9485313E6E3}" type="slidenum">
              <a:rPr b="0" lang="en-IN" sz="1400" spc="-1" strike="noStrike">
                <a:latin typeface="Noto Sans Regular"/>
              </a:rPr>
              <a:t>&lt;number&gt;</a:t>
            </a:fld>
            <a:r>
              <a:rPr b="0" lang="en-IN" sz="1400" spc="-1" strike="noStrike">
                <a:latin typeface="Noto Sans Regular"/>
              </a:rPr>
              <a:t> / </a:t>
            </a:r>
            <a:fld id="{ABBA9810-C25D-456F-8953-F9236992D18F}" type="slidecount">
              <a:rPr b="0" lang="en-IN" sz="1400" spc="-1" strike="noStrike">
                <a:latin typeface="Noto Sans Regular"/>
              </a:rPr>
              <a:t>39</a:t>
            </a:fld>
            <a:endParaRPr b="0" lang="en-IN" sz="1400" spc="-1" strike="noStrike">
              <a:latin typeface="Noto Sans Regular"/>
            </a:endParaRPr>
          </a:p>
        </p:txBody>
      </p:sp>
      <p:sp>
        <p:nvSpPr>
          <p:cNvPr id="47" name="CustomShape 6"/>
          <p:cNvSpPr/>
          <p:nvPr/>
        </p:nvSpPr>
        <p:spPr>
          <a:xfrm>
            <a:off x="0" y="288000"/>
            <a:ext cx="504000" cy="108000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563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1211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1859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2507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CustomShape 6"/>
          <p:cNvSpPr/>
          <p:nvPr/>
        </p:nvSpPr>
        <p:spPr>
          <a:xfrm>
            <a:off x="3155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CustomShape 7"/>
          <p:cNvSpPr/>
          <p:nvPr/>
        </p:nvSpPr>
        <p:spPr>
          <a:xfrm>
            <a:off x="3803760" y="2664000"/>
            <a:ext cx="648000" cy="504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TextShape 8"/>
          <p:cNvSpPr txBox="1"/>
          <p:nvPr/>
        </p:nvSpPr>
        <p:spPr>
          <a:xfrm>
            <a:off x="707760" y="230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TextShape 9"/>
          <p:cNvSpPr txBox="1"/>
          <p:nvPr/>
        </p:nvSpPr>
        <p:spPr>
          <a:xfrm>
            <a:off x="720000" y="2160000"/>
            <a:ext cx="4215960" cy="438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    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  <a:p>
            <a:r>
              <a:rPr b="0" lang="en-IN" sz="2800" spc="-1" strike="noStrike">
                <a:solidFill>
                  <a:srgbClr val="333333"/>
                </a:solidFill>
                <a:latin typeface="Noto Sans Regular"/>
              </a:rPr>
              <a:t>           </a:t>
            </a:r>
            <a:endParaRPr b="0" lang="en-IN" sz="28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93" name="TextShape 10"/>
          <p:cNvSpPr txBox="1"/>
          <p:nvPr/>
        </p:nvSpPr>
        <p:spPr>
          <a:xfrm>
            <a:off x="5147280" y="2160000"/>
            <a:ext cx="4215960" cy="438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Iterations : 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1</a:t>
            </a:r>
            <a:r>
              <a:rPr b="0" lang="en-IN" sz="2200" spc="-1" strike="noStrike" baseline="101000">
                <a:solidFill>
                  <a:srgbClr val="333333"/>
                </a:solidFill>
                <a:latin typeface="Noto Sans Regular"/>
              </a:rPr>
              <a:t>st</a:t>
            </a: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 : 0-1,0-2,0-3,0-4,0-5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2</a:t>
            </a:r>
            <a:r>
              <a:rPr b="0" lang="en-IN" sz="2200" spc="-1" strike="noStrike" baseline="101000">
                <a:solidFill>
                  <a:srgbClr val="333333"/>
                </a:solidFill>
                <a:latin typeface="Noto Sans Regular"/>
              </a:rPr>
              <a:t>nd </a:t>
            </a: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: 1-2, 1-3, 1-4, 1-5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3</a:t>
            </a:r>
            <a:r>
              <a:rPr b="0" lang="en-IN" sz="2200" spc="-1" strike="noStrike" baseline="101000">
                <a:solidFill>
                  <a:srgbClr val="333333"/>
                </a:solidFill>
                <a:latin typeface="Noto Sans Regular"/>
              </a:rPr>
              <a:t>rd </a:t>
            </a: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:  2-3, 2-4, 2-5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4</a:t>
            </a:r>
            <a:r>
              <a:rPr b="0" lang="en-IN" sz="2200" spc="-1" strike="noStrike" baseline="101000">
                <a:solidFill>
                  <a:srgbClr val="333333"/>
                </a:solidFill>
                <a:latin typeface="Noto Sans Regular"/>
              </a:rPr>
              <a:t>th </a:t>
            </a: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:  3-4, 3-5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  <a:p>
            <a:pPr marL="432000" indent="-324000">
              <a:spcAft>
                <a:spcPts val="1414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5</a:t>
            </a:r>
            <a:r>
              <a:rPr b="0" lang="en-IN" sz="2200" spc="-1" strike="noStrike" baseline="101000">
                <a:solidFill>
                  <a:srgbClr val="333333"/>
                </a:solidFill>
                <a:latin typeface="Noto Sans Regular"/>
              </a:rPr>
              <a:t>th </a:t>
            </a:r>
            <a:r>
              <a:rPr b="0" lang="en-IN" sz="2200" spc="-1" strike="noStrike">
                <a:solidFill>
                  <a:srgbClr val="333333"/>
                </a:solidFill>
                <a:latin typeface="Noto Sans Regular"/>
              </a:rPr>
              <a:t>:  4-5</a:t>
            </a:r>
            <a:endParaRPr b="0" lang="en-IN" sz="2200" spc="-1" strike="noStrike">
              <a:solidFill>
                <a:srgbClr val="333333"/>
              </a:solidFill>
              <a:latin typeface="Noto Sans Regular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51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4" name="TextShape 15"/>
          <p:cNvSpPr txBox="1"/>
          <p:nvPr/>
        </p:nvSpPr>
        <p:spPr>
          <a:xfrm>
            <a:off x="790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" name="TextShape 16"/>
          <p:cNvSpPr txBox="1"/>
          <p:nvPr/>
        </p:nvSpPr>
        <p:spPr>
          <a:xfrm>
            <a:off x="21582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" name="Line 17"/>
          <p:cNvSpPr/>
          <p:nvPr/>
        </p:nvSpPr>
        <p:spPr>
          <a:xfrm flipH="1">
            <a:off x="7920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18"/>
          <p:cNvSpPr/>
          <p:nvPr/>
        </p:nvSpPr>
        <p:spPr>
          <a:xfrm flipH="1">
            <a:off x="21582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8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9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0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1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2" name="TextShape 15"/>
          <p:cNvSpPr txBox="1"/>
          <p:nvPr/>
        </p:nvSpPr>
        <p:spPr>
          <a:xfrm>
            <a:off x="790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3" name="TextShape 16"/>
          <p:cNvSpPr txBox="1"/>
          <p:nvPr/>
        </p:nvSpPr>
        <p:spPr>
          <a:xfrm>
            <a:off x="21582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4" name="Line 17"/>
          <p:cNvSpPr/>
          <p:nvPr/>
        </p:nvSpPr>
        <p:spPr>
          <a:xfrm flipH="1">
            <a:off x="7920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Line 18"/>
          <p:cNvSpPr/>
          <p:nvPr/>
        </p:nvSpPr>
        <p:spPr>
          <a:xfrm flipH="1">
            <a:off x="21582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4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5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6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7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8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9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0" name="TextShape 15"/>
          <p:cNvSpPr txBox="1"/>
          <p:nvPr/>
        </p:nvSpPr>
        <p:spPr>
          <a:xfrm>
            <a:off x="790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1" name="TextShape 16"/>
          <p:cNvSpPr txBox="1"/>
          <p:nvPr/>
        </p:nvSpPr>
        <p:spPr>
          <a:xfrm>
            <a:off x="21582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2" name="Line 17"/>
          <p:cNvSpPr/>
          <p:nvPr/>
        </p:nvSpPr>
        <p:spPr>
          <a:xfrm flipH="1">
            <a:off x="7920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Line 18"/>
          <p:cNvSpPr/>
          <p:nvPr/>
        </p:nvSpPr>
        <p:spPr>
          <a:xfrm flipH="1">
            <a:off x="21582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Shape 19"/>
          <p:cNvSpPr txBox="1"/>
          <p:nvPr/>
        </p:nvSpPr>
        <p:spPr>
          <a:xfrm>
            <a:off x="790200" y="260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5" name="TextShape 20"/>
          <p:cNvSpPr txBox="1"/>
          <p:nvPr/>
        </p:nvSpPr>
        <p:spPr>
          <a:xfrm>
            <a:off x="278316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Line 21"/>
          <p:cNvSpPr/>
          <p:nvPr/>
        </p:nvSpPr>
        <p:spPr>
          <a:xfrm flipH="1">
            <a:off x="792360" y="2304000"/>
            <a:ext cx="43164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Line 22"/>
          <p:cNvSpPr/>
          <p:nvPr/>
        </p:nvSpPr>
        <p:spPr>
          <a:xfrm flipH="1">
            <a:off x="2880000" y="2002320"/>
            <a:ext cx="28800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6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8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9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0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1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2" name="TextShape 15"/>
          <p:cNvSpPr txBox="1"/>
          <p:nvPr/>
        </p:nvSpPr>
        <p:spPr>
          <a:xfrm>
            <a:off x="790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3" name="TextShape 16"/>
          <p:cNvSpPr txBox="1"/>
          <p:nvPr/>
        </p:nvSpPr>
        <p:spPr>
          <a:xfrm>
            <a:off x="21582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4" name="Line 17"/>
          <p:cNvSpPr/>
          <p:nvPr/>
        </p:nvSpPr>
        <p:spPr>
          <a:xfrm flipH="1">
            <a:off x="7920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Line 18"/>
          <p:cNvSpPr/>
          <p:nvPr/>
        </p:nvSpPr>
        <p:spPr>
          <a:xfrm flipH="1">
            <a:off x="21582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Shape 19"/>
          <p:cNvSpPr txBox="1"/>
          <p:nvPr/>
        </p:nvSpPr>
        <p:spPr>
          <a:xfrm>
            <a:off x="790200" y="260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7" name="TextShape 20"/>
          <p:cNvSpPr txBox="1"/>
          <p:nvPr/>
        </p:nvSpPr>
        <p:spPr>
          <a:xfrm>
            <a:off x="278316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8" name="Line 21"/>
          <p:cNvSpPr/>
          <p:nvPr/>
        </p:nvSpPr>
        <p:spPr>
          <a:xfrm flipH="1">
            <a:off x="792360" y="2304000"/>
            <a:ext cx="43164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Line 22"/>
          <p:cNvSpPr/>
          <p:nvPr/>
        </p:nvSpPr>
        <p:spPr>
          <a:xfrm flipH="1">
            <a:off x="2880000" y="2002320"/>
            <a:ext cx="28800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Shape 8"/>
          <p:cNvSpPr txBox="1"/>
          <p:nvPr/>
        </p:nvSpPr>
        <p:spPr>
          <a:xfrm>
            <a:off x="85176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8" name="TextShape 9"/>
          <p:cNvSpPr txBox="1"/>
          <p:nvPr/>
        </p:nvSpPr>
        <p:spPr>
          <a:xfrm>
            <a:off x="79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9" name="TextShape 10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0" name="TextShape 11"/>
          <p:cNvSpPr txBox="1"/>
          <p:nvPr/>
        </p:nvSpPr>
        <p:spPr>
          <a:xfrm>
            <a:off x="21582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1" name="TextShape 12"/>
          <p:cNvSpPr txBox="1"/>
          <p:nvPr/>
        </p:nvSpPr>
        <p:spPr>
          <a:xfrm>
            <a:off x="27831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2" name="TextShape 13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3" name="TextShape 14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4" name="TextShape 15"/>
          <p:cNvSpPr txBox="1"/>
          <p:nvPr/>
        </p:nvSpPr>
        <p:spPr>
          <a:xfrm>
            <a:off x="790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5" name="TextShape 16"/>
          <p:cNvSpPr txBox="1"/>
          <p:nvPr/>
        </p:nvSpPr>
        <p:spPr>
          <a:xfrm>
            <a:off x="21582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6" name="Line 17"/>
          <p:cNvSpPr/>
          <p:nvPr/>
        </p:nvSpPr>
        <p:spPr>
          <a:xfrm flipH="1">
            <a:off x="7920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Line 18"/>
          <p:cNvSpPr/>
          <p:nvPr/>
        </p:nvSpPr>
        <p:spPr>
          <a:xfrm flipH="1">
            <a:off x="2158200" y="2016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Shape 19"/>
          <p:cNvSpPr txBox="1"/>
          <p:nvPr/>
        </p:nvSpPr>
        <p:spPr>
          <a:xfrm>
            <a:off x="790200" y="260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9" name="TextShape 20"/>
          <p:cNvSpPr txBox="1"/>
          <p:nvPr/>
        </p:nvSpPr>
        <p:spPr>
          <a:xfrm>
            <a:off x="278316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0" name="Line 21"/>
          <p:cNvSpPr/>
          <p:nvPr/>
        </p:nvSpPr>
        <p:spPr>
          <a:xfrm flipH="1">
            <a:off x="792360" y="2304000"/>
            <a:ext cx="43164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Line 22"/>
          <p:cNvSpPr/>
          <p:nvPr/>
        </p:nvSpPr>
        <p:spPr>
          <a:xfrm flipH="1">
            <a:off x="2880000" y="2002320"/>
            <a:ext cx="288000" cy="36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4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5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7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8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9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7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8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9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0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1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2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294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1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2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3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4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5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6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4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5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6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7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8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9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21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8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9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0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1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2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3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4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2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6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Line 28"/>
          <p:cNvSpPr/>
          <p:nvPr/>
        </p:nvSpPr>
        <p:spPr>
          <a:xfrm flipH="1">
            <a:off x="1584000" y="3528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Line 29"/>
          <p:cNvSpPr/>
          <p:nvPr/>
        </p:nvSpPr>
        <p:spPr>
          <a:xfrm flipH="1">
            <a:off x="2232000" y="3528000"/>
            <a:ext cx="216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Shape 30"/>
          <p:cNvSpPr txBox="1"/>
          <p:nvPr/>
        </p:nvSpPr>
        <p:spPr>
          <a:xfrm>
            <a:off x="211392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TextShape 31"/>
          <p:cNvSpPr txBox="1"/>
          <p:nvPr/>
        </p:nvSpPr>
        <p:spPr>
          <a:xfrm>
            <a:off x="15102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52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0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1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3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4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5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2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3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4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5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6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7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8" name="Line 28"/>
          <p:cNvSpPr/>
          <p:nvPr/>
        </p:nvSpPr>
        <p:spPr>
          <a:xfrm flipH="1">
            <a:off x="1584000" y="3528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Line 29"/>
          <p:cNvSpPr/>
          <p:nvPr/>
        </p:nvSpPr>
        <p:spPr>
          <a:xfrm flipH="1">
            <a:off x="2232000" y="3528000"/>
            <a:ext cx="216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Shape 30"/>
          <p:cNvSpPr txBox="1"/>
          <p:nvPr/>
        </p:nvSpPr>
        <p:spPr>
          <a:xfrm>
            <a:off x="211392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1" name="TextShape 31"/>
          <p:cNvSpPr txBox="1"/>
          <p:nvPr/>
        </p:nvSpPr>
        <p:spPr>
          <a:xfrm>
            <a:off x="15102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38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6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3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4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5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6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7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8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9" name="Line 28"/>
          <p:cNvSpPr/>
          <p:nvPr/>
        </p:nvSpPr>
        <p:spPr>
          <a:xfrm flipH="1">
            <a:off x="1584000" y="3528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Line 29"/>
          <p:cNvSpPr/>
          <p:nvPr/>
        </p:nvSpPr>
        <p:spPr>
          <a:xfrm flipH="1">
            <a:off x="2113920" y="3528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TextShape 30"/>
          <p:cNvSpPr txBox="1"/>
          <p:nvPr/>
        </p:nvSpPr>
        <p:spPr>
          <a:xfrm>
            <a:off x="211392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2" name="TextShape 31"/>
          <p:cNvSpPr txBox="1"/>
          <p:nvPr/>
        </p:nvSpPr>
        <p:spPr>
          <a:xfrm>
            <a:off x="15102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3" name="Line 32"/>
          <p:cNvSpPr/>
          <p:nvPr/>
        </p:nvSpPr>
        <p:spPr>
          <a:xfrm flipH="1">
            <a:off x="2777040" y="3600000"/>
            <a:ext cx="4338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Line 33"/>
          <p:cNvSpPr/>
          <p:nvPr/>
        </p:nvSpPr>
        <p:spPr>
          <a:xfrm flipH="1">
            <a:off x="1510200" y="3829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Shape 34"/>
          <p:cNvSpPr txBox="1"/>
          <p:nvPr/>
        </p:nvSpPr>
        <p:spPr>
          <a:xfrm>
            <a:off x="277704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TextShape 35"/>
          <p:cNvSpPr txBox="1"/>
          <p:nvPr/>
        </p:nvSpPr>
        <p:spPr>
          <a:xfrm>
            <a:off x="1512000" y="41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18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5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7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8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0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1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8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9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0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1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2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3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4" name="Line 28"/>
          <p:cNvSpPr/>
          <p:nvPr/>
        </p:nvSpPr>
        <p:spPr>
          <a:xfrm flipH="1">
            <a:off x="1584000" y="3528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Line 29"/>
          <p:cNvSpPr/>
          <p:nvPr/>
        </p:nvSpPr>
        <p:spPr>
          <a:xfrm flipH="1">
            <a:off x="2113920" y="3528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Shape 30"/>
          <p:cNvSpPr txBox="1"/>
          <p:nvPr/>
        </p:nvSpPr>
        <p:spPr>
          <a:xfrm>
            <a:off x="211392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7" name="TextShape 31"/>
          <p:cNvSpPr txBox="1"/>
          <p:nvPr/>
        </p:nvSpPr>
        <p:spPr>
          <a:xfrm>
            <a:off x="15102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8" name="Line 32"/>
          <p:cNvSpPr/>
          <p:nvPr/>
        </p:nvSpPr>
        <p:spPr>
          <a:xfrm flipH="1">
            <a:off x="2777040" y="3600000"/>
            <a:ext cx="4338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Line 33"/>
          <p:cNvSpPr/>
          <p:nvPr/>
        </p:nvSpPr>
        <p:spPr>
          <a:xfrm flipH="1">
            <a:off x="1510200" y="3829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Shape 34"/>
          <p:cNvSpPr txBox="1"/>
          <p:nvPr/>
        </p:nvSpPr>
        <p:spPr>
          <a:xfrm>
            <a:off x="277704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1" name="TextShape 35"/>
          <p:cNvSpPr txBox="1"/>
          <p:nvPr/>
        </p:nvSpPr>
        <p:spPr>
          <a:xfrm>
            <a:off x="1512000" y="41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5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6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3" name="TextShape 22"/>
          <p:cNvSpPr txBox="1"/>
          <p:nvPr/>
        </p:nvSpPr>
        <p:spPr>
          <a:xfrm>
            <a:off x="15242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4" name="TextShape 23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5" name="TextShape 24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6" name="TextShape 25"/>
          <p:cNvSpPr txBox="1"/>
          <p:nvPr/>
        </p:nvSpPr>
        <p:spPr>
          <a:xfrm>
            <a:off x="211392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7" name="TextShape 26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8" name="TextShape 27"/>
          <p:cNvSpPr txBox="1"/>
          <p:nvPr/>
        </p:nvSpPr>
        <p:spPr>
          <a:xfrm>
            <a:off x="277704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9" name="Line 28"/>
          <p:cNvSpPr/>
          <p:nvPr/>
        </p:nvSpPr>
        <p:spPr>
          <a:xfrm flipH="1">
            <a:off x="1584000" y="3528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Line 29"/>
          <p:cNvSpPr/>
          <p:nvPr/>
        </p:nvSpPr>
        <p:spPr>
          <a:xfrm flipH="1">
            <a:off x="2113920" y="352800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TextShape 30"/>
          <p:cNvSpPr txBox="1"/>
          <p:nvPr/>
        </p:nvSpPr>
        <p:spPr>
          <a:xfrm>
            <a:off x="211392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TextShape 31"/>
          <p:cNvSpPr txBox="1"/>
          <p:nvPr/>
        </p:nvSpPr>
        <p:spPr>
          <a:xfrm>
            <a:off x="15102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3" name="Line 32"/>
          <p:cNvSpPr/>
          <p:nvPr/>
        </p:nvSpPr>
        <p:spPr>
          <a:xfrm flipH="1">
            <a:off x="2777040" y="3600000"/>
            <a:ext cx="4338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Line 33"/>
          <p:cNvSpPr/>
          <p:nvPr/>
        </p:nvSpPr>
        <p:spPr>
          <a:xfrm flipH="1">
            <a:off x="1510200" y="3829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Shape 34"/>
          <p:cNvSpPr txBox="1"/>
          <p:nvPr/>
        </p:nvSpPr>
        <p:spPr>
          <a:xfrm>
            <a:off x="277704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6" name="TextShape 35"/>
          <p:cNvSpPr txBox="1"/>
          <p:nvPr/>
        </p:nvSpPr>
        <p:spPr>
          <a:xfrm>
            <a:off x="1512000" y="41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488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5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6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7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8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9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0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1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8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9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0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1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2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3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1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2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3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4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5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8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5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6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7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8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9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0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1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8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9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0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1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2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3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5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2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3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4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5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6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7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8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5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6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7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8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9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0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1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5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6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8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9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0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1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2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3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59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2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3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4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5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6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7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8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0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1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4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5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6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7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8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9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0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1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4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8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9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0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1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2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3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4" name="Line 41"/>
          <p:cNvSpPr/>
          <p:nvPr/>
        </p:nvSpPr>
        <p:spPr>
          <a:xfrm flipH="1">
            <a:off x="2232000" y="5040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Line 42"/>
          <p:cNvSpPr/>
          <p:nvPr/>
        </p:nvSpPr>
        <p:spPr>
          <a:xfrm flipH="1">
            <a:off x="2777040" y="5053680"/>
            <a:ext cx="39096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TextShape 43"/>
          <p:cNvSpPr txBox="1"/>
          <p:nvPr/>
        </p:nvSpPr>
        <p:spPr>
          <a:xfrm>
            <a:off x="27770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7" name="TextShape 44"/>
          <p:cNvSpPr txBox="1"/>
          <p:nvPr/>
        </p:nvSpPr>
        <p:spPr>
          <a:xfrm>
            <a:off x="2158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3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6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7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8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9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0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1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2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3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7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9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0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1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2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3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4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5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0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2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3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4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5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6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7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8" name="Line 41"/>
          <p:cNvSpPr/>
          <p:nvPr/>
        </p:nvSpPr>
        <p:spPr>
          <a:xfrm flipH="1">
            <a:off x="2232000" y="5040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9" name="Line 42"/>
          <p:cNvSpPr/>
          <p:nvPr/>
        </p:nvSpPr>
        <p:spPr>
          <a:xfrm flipH="1">
            <a:off x="2777040" y="5053680"/>
            <a:ext cx="39096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TextShape 43"/>
          <p:cNvSpPr txBox="1"/>
          <p:nvPr/>
        </p:nvSpPr>
        <p:spPr>
          <a:xfrm>
            <a:off x="27770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1" name="TextShape 44"/>
          <p:cNvSpPr txBox="1"/>
          <p:nvPr/>
        </p:nvSpPr>
        <p:spPr>
          <a:xfrm>
            <a:off x="2158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68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6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97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98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99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0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1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3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4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5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6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7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8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9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4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5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6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0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1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2" name="Line 41"/>
          <p:cNvSpPr/>
          <p:nvPr/>
        </p:nvSpPr>
        <p:spPr>
          <a:xfrm flipH="1">
            <a:off x="2232000" y="5040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3" name="Line 42"/>
          <p:cNvSpPr/>
          <p:nvPr/>
        </p:nvSpPr>
        <p:spPr>
          <a:xfrm flipH="1">
            <a:off x="2777040" y="5053680"/>
            <a:ext cx="39096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TextShape 43"/>
          <p:cNvSpPr txBox="1"/>
          <p:nvPr/>
        </p:nvSpPr>
        <p:spPr>
          <a:xfrm>
            <a:off x="27770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5" name="TextShape 44"/>
          <p:cNvSpPr txBox="1"/>
          <p:nvPr/>
        </p:nvSpPr>
        <p:spPr>
          <a:xfrm>
            <a:off x="2158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27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8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0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4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5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6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7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8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9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0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1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2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3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4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5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6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7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8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9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0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1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2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3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6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8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0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1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2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3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4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5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6" name="Line 41"/>
          <p:cNvSpPr/>
          <p:nvPr/>
        </p:nvSpPr>
        <p:spPr>
          <a:xfrm flipH="1">
            <a:off x="2232000" y="5040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Line 42"/>
          <p:cNvSpPr/>
          <p:nvPr/>
        </p:nvSpPr>
        <p:spPr>
          <a:xfrm flipH="1">
            <a:off x="2777040" y="5053680"/>
            <a:ext cx="39096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TextShape 43"/>
          <p:cNvSpPr txBox="1"/>
          <p:nvPr/>
        </p:nvSpPr>
        <p:spPr>
          <a:xfrm>
            <a:off x="27770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9" name="TextShape 44"/>
          <p:cNvSpPr txBox="1"/>
          <p:nvPr/>
        </p:nvSpPr>
        <p:spPr>
          <a:xfrm>
            <a:off x="2158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0" name="Line 45"/>
          <p:cNvSpPr/>
          <p:nvPr/>
        </p:nvSpPr>
        <p:spPr>
          <a:xfrm flipH="1">
            <a:off x="2158200" y="5341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1" name="Line 46"/>
          <p:cNvSpPr/>
          <p:nvPr/>
        </p:nvSpPr>
        <p:spPr>
          <a:xfrm flipH="1">
            <a:off x="4044240" y="5053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2" name="TextShape 47"/>
          <p:cNvSpPr txBox="1"/>
          <p:nvPr/>
        </p:nvSpPr>
        <p:spPr>
          <a:xfrm>
            <a:off x="2158200" y="56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3" name="TextShape 48"/>
          <p:cNvSpPr txBox="1"/>
          <p:nvPr/>
        </p:nvSpPr>
        <p:spPr>
          <a:xfrm>
            <a:off x="4030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77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7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8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81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2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3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4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5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6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7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8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0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1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2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3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4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5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6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7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8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9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0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1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3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4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5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6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07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8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9" name="TextShape 36"/>
          <p:cNvSpPr txBox="1"/>
          <p:nvPr/>
        </p:nvSpPr>
        <p:spPr>
          <a:xfrm>
            <a:off x="40442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0" name="TextShape 37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1" name="TextShape 38"/>
          <p:cNvSpPr txBox="1"/>
          <p:nvPr/>
        </p:nvSpPr>
        <p:spPr>
          <a:xfrm>
            <a:off x="2160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2" name="TextShape 39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3" name="TextShape 40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4" name="Line 41"/>
          <p:cNvSpPr/>
          <p:nvPr/>
        </p:nvSpPr>
        <p:spPr>
          <a:xfrm flipH="1">
            <a:off x="2232000" y="5040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15" name="Line 42"/>
          <p:cNvSpPr/>
          <p:nvPr/>
        </p:nvSpPr>
        <p:spPr>
          <a:xfrm flipH="1">
            <a:off x="2777040" y="5053680"/>
            <a:ext cx="39096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16" name="TextShape 43"/>
          <p:cNvSpPr txBox="1"/>
          <p:nvPr/>
        </p:nvSpPr>
        <p:spPr>
          <a:xfrm>
            <a:off x="27770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7" name="TextShape 44"/>
          <p:cNvSpPr txBox="1"/>
          <p:nvPr/>
        </p:nvSpPr>
        <p:spPr>
          <a:xfrm>
            <a:off x="2158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8" name="Line 45"/>
          <p:cNvSpPr/>
          <p:nvPr/>
        </p:nvSpPr>
        <p:spPr>
          <a:xfrm flipH="1">
            <a:off x="2158200" y="5341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19" name="Line 46"/>
          <p:cNvSpPr/>
          <p:nvPr/>
        </p:nvSpPr>
        <p:spPr>
          <a:xfrm flipH="1">
            <a:off x="4044240" y="5053680"/>
            <a:ext cx="4338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0" name="TextShape 47"/>
          <p:cNvSpPr txBox="1"/>
          <p:nvPr/>
        </p:nvSpPr>
        <p:spPr>
          <a:xfrm>
            <a:off x="2158200" y="56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1" name="TextShape 48"/>
          <p:cNvSpPr txBox="1"/>
          <p:nvPr/>
        </p:nvSpPr>
        <p:spPr>
          <a:xfrm>
            <a:off x="40302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2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2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6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38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42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3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4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5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6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7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8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9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1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2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3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5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6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7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8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9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0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1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863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4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5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6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7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8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69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0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1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2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3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4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5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6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77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78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79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81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82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3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4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5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6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7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8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9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0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1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2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3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4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5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6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7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8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9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0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1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2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3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4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5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6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7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8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9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0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1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2" name="TextShape 51"/>
          <p:cNvSpPr txBox="1"/>
          <p:nvPr/>
        </p:nvSpPr>
        <p:spPr>
          <a:xfrm>
            <a:off x="2777040" y="656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3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4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916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7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8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0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3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4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5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6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7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8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9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0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2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3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5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6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7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8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9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0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1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2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3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4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5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6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7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8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9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0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1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2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3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4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5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6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7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8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9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0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1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2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3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4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5" name="TextShape 51"/>
          <p:cNvSpPr txBox="1"/>
          <p:nvPr/>
        </p:nvSpPr>
        <p:spPr>
          <a:xfrm>
            <a:off x="2777040" y="656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6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7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96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5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6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7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8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9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0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1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2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3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4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5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6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7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8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9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0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1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2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3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4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5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6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7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8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9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0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1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2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3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4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5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6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7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8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9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0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1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2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3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4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5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6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7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8" name="TextShape 51"/>
          <p:cNvSpPr txBox="1"/>
          <p:nvPr/>
        </p:nvSpPr>
        <p:spPr>
          <a:xfrm>
            <a:off x="2777040" y="656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9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0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022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3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4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5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6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7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28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9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0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1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2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3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4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5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6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7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8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9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0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1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2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3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4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5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6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7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8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9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50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51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52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53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54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5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6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7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8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9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0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1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2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3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4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5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6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7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8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9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0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1" name="TextShape 51"/>
          <p:cNvSpPr txBox="1"/>
          <p:nvPr/>
        </p:nvSpPr>
        <p:spPr>
          <a:xfrm>
            <a:off x="2777040" y="6565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2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3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4" name="Line 54"/>
          <p:cNvSpPr/>
          <p:nvPr/>
        </p:nvSpPr>
        <p:spPr>
          <a:xfrm flipV="1">
            <a:off x="2880000" y="6565680"/>
            <a:ext cx="288000" cy="418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5" name="Line 55"/>
          <p:cNvSpPr/>
          <p:nvPr/>
        </p:nvSpPr>
        <p:spPr>
          <a:xfrm flipV="1">
            <a:off x="4104000" y="6552000"/>
            <a:ext cx="288000" cy="43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6" name="TextShape 56"/>
          <p:cNvSpPr txBox="1"/>
          <p:nvPr/>
        </p:nvSpPr>
        <p:spPr>
          <a:xfrm>
            <a:off x="40302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7" name="TextShape 57"/>
          <p:cNvSpPr txBox="1"/>
          <p:nvPr/>
        </p:nvSpPr>
        <p:spPr>
          <a:xfrm>
            <a:off x="27770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079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0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1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2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3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4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5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6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7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8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9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0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1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2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3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4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5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6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7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8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9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0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1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2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3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4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5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6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7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8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9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10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11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2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3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4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5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6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7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8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19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0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1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2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3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4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5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6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7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8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9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0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132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3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4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5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6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7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8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9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0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1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2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3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4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5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46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47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48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49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0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1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2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3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4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5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6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7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8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9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0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1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2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3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4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5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6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7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8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9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0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1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2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3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4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5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6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7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8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9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0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1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2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3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4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5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6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7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8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9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90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1" name="TextShape 61"/>
          <p:cNvSpPr txBox="1"/>
          <p:nvPr/>
        </p:nvSpPr>
        <p:spPr>
          <a:xfrm>
            <a:off x="83505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2" name="TextShape 62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3" name="TextShape 63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4" name="TextShape 64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5" name="TextShape 65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6" name="TextShape 66"/>
          <p:cNvSpPr txBox="1"/>
          <p:nvPr/>
        </p:nvSpPr>
        <p:spPr>
          <a:xfrm>
            <a:off x="8928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198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99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00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01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02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03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04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5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6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7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8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9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0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1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2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3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4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5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6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7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8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9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0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1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2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3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4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5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6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7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8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9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30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1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2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3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4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5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6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7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38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39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0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1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2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3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4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5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6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7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8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9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0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1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2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3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4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5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6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7" name="TextShape 61"/>
          <p:cNvSpPr txBox="1"/>
          <p:nvPr/>
        </p:nvSpPr>
        <p:spPr>
          <a:xfrm>
            <a:off x="83505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8" name="TextShape 62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9" name="TextShape 63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0" name="TextShape 64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1" name="TextShape 65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2" name="TextShape 66"/>
          <p:cNvSpPr txBox="1"/>
          <p:nvPr/>
        </p:nvSpPr>
        <p:spPr>
          <a:xfrm>
            <a:off x="8928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264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5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6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7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8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9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0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1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2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3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4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5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6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7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8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9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0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1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2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3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4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5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6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7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8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9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0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1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2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3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4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5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6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7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8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9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0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1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2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3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4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5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6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7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8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9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0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1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2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3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4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5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6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17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18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19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20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21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22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3" name="TextShape 61"/>
          <p:cNvSpPr txBox="1"/>
          <p:nvPr/>
        </p:nvSpPr>
        <p:spPr>
          <a:xfrm>
            <a:off x="835056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4" name="TextShape 62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5" name="TextShape 63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6" name="TextShape 64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7" name="TextShape 65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8" name="TextShape 66"/>
          <p:cNvSpPr txBox="1"/>
          <p:nvPr/>
        </p:nvSpPr>
        <p:spPr>
          <a:xfrm>
            <a:off x="8928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9" name="Line 67"/>
          <p:cNvSpPr/>
          <p:nvPr/>
        </p:nvSpPr>
        <p:spPr>
          <a:xfrm flipH="1">
            <a:off x="8424000" y="2016000"/>
            <a:ext cx="288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0" name="Line 68"/>
          <p:cNvSpPr/>
          <p:nvPr/>
        </p:nvSpPr>
        <p:spPr>
          <a:xfrm flipH="1">
            <a:off x="9000000" y="2016000"/>
            <a:ext cx="216000" cy="3463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1" name="TextShape 69"/>
          <p:cNvSpPr txBox="1"/>
          <p:nvPr/>
        </p:nvSpPr>
        <p:spPr>
          <a:xfrm>
            <a:off x="892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2" name="TextShape 70"/>
          <p:cNvSpPr txBox="1"/>
          <p:nvPr/>
        </p:nvSpPr>
        <p:spPr>
          <a:xfrm>
            <a:off x="83520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334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5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6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7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8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39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40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1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2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3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4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5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6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7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48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49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0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1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2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3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4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5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6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7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8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9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0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1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2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3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4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5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6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7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8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9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0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1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2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3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4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5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6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7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8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9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0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1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2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3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4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5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6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7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8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9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90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91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add58a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92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3" name="TextShape 61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4" name="TextShape 62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5" name="TextShape 63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6" name="TextShape 64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7" name="TextShape 65"/>
          <p:cNvSpPr txBox="1"/>
          <p:nvPr/>
        </p:nvSpPr>
        <p:spPr>
          <a:xfrm>
            <a:off x="892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8" name="TextShape 66"/>
          <p:cNvSpPr txBox="1"/>
          <p:nvPr/>
        </p:nvSpPr>
        <p:spPr>
          <a:xfrm>
            <a:off x="83520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400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1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2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3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4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5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06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7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8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9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10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11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12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13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4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5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6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7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8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9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0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1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2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3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4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5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6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27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28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29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30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31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32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3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4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5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6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7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8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9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0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1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2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3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4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5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6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7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8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9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0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1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2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3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4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5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6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7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58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9" name="TextShape 61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0" name="TextShape 62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1" name="TextShape 63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2" name="TextShape 64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3" name="TextShape 65"/>
          <p:cNvSpPr txBox="1"/>
          <p:nvPr/>
        </p:nvSpPr>
        <p:spPr>
          <a:xfrm>
            <a:off x="892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4" name="TextShape 66"/>
          <p:cNvSpPr txBox="1"/>
          <p:nvPr/>
        </p:nvSpPr>
        <p:spPr>
          <a:xfrm>
            <a:off x="83520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4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4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466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67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68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69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70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71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72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3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4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5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6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7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8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9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0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1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2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3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4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5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6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7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8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9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0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1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2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3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4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5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6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7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98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9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0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1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2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3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4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5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06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07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08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09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10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11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2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3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4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5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6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7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8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19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0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1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2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3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4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5" name="TextShape 61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6" name="TextShape 62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7" name="TextShape 63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8" name="TextShape 64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9" name="TextShape 65"/>
          <p:cNvSpPr txBox="1"/>
          <p:nvPr/>
        </p:nvSpPr>
        <p:spPr>
          <a:xfrm>
            <a:off x="892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0" name="TextShape 66"/>
          <p:cNvSpPr txBox="1"/>
          <p:nvPr/>
        </p:nvSpPr>
        <p:spPr>
          <a:xfrm>
            <a:off x="83520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1" name="CustomShape 67"/>
          <p:cNvSpPr/>
          <p:nvPr/>
        </p:nvSpPr>
        <p:spPr>
          <a:xfrm>
            <a:off x="5616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2" name="CustomShape 68"/>
          <p:cNvSpPr/>
          <p:nvPr/>
        </p:nvSpPr>
        <p:spPr>
          <a:xfrm>
            <a:off x="6264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3" name="CustomShape 69"/>
          <p:cNvSpPr/>
          <p:nvPr/>
        </p:nvSpPr>
        <p:spPr>
          <a:xfrm>
            <a:off x="6912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4" name="CustomShape 70"/>
          <p:cNvSpPr/>
          <p:nvPr/>
        </p:nvSpPr>
        <p:spPr>
          <a:xfrm>
            <a:off x="756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5" name="CustomShape 71"/>
          <p:cNvSpPr/>
          <p:nvPr/>
        </p:nvSpPr>
        <p:spPr>
          <a:xfrm>
            <a:off x="820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6" name="CustomShape 72"/>
          <p:cNvSpPr/>
          <p:nvPr/>
        </p:nvSpPr>
        <p:spPr>
          <a:xfrm>
            <a:off x="8856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37" name="TextShape 73"/>
          <p:cNvSpPr txBox="1"/>
          <p:nvPr/>
        </p:nvSpPr>
        <p:spPr>
          <a:xfrm>
            <a:off x="5747760" y="309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8" name="TextShape 74"/>
          <p:cNvSpPr txBox="1"/>
          <p:nvPr/>
        </p:nvSpPr>
        <p:spPr>
          <a:xfrm>
            <a:off x="5700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9" name="TextShape 75"/>
          <p:cNvSpPr txBox="1"/>
          <p:nvPr/>
        </p:nvSpPr>
        <p:spPr>
          <a:xfrm>
            <a:off x="6408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0" name="TextShape 76"/>
          <p:cNvSpPr txBox="1"/>
          <p:nvPr/>
        </p:nvSpPr>
        <p:spPr>
          <a:xfrm>
            <a:off x="7704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1" name="TextShape 77"/>
          <p:cNvSpPr txBox="1"/>
          <p:nvPr/>
        </p:nvSpPr>
        <p:spPr>
          <a:xfrm>
            <a:off x="705420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2" name="TextShape 78"/>
          <p:cNvSpPr txBox="1"/>
          <p:nvPr/>
        </p:nvSpPr>
        <p:spPr>
          <a:xfrm>
            <a:off x="8928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3" name="TextShape 79"/>
          <p:cNvSpPr txBox="1"/>
          <p:nvPr/>
        </p:nvSpPr>
        <p:spPr>
          <a:xfrm>
            <a:off x="835200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TextShape 1"/>
          <p:cNvSpPr txBox="1"/>
          <p:nvPr/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1" lang="en-IN" sz="2400" spc="-1" strike="noStrike">
                <a:solidFill>
                  <a:srgbClr val="a3238e"/>
                </a:solidFill>
                <a:latin typeface="Times New Roman"/>
              </a:rPr>
              <a:t>Selection Sort</a:t>
            </a:r>
            <a:endParaRPr b="1" lang="en-IN" sz="2400" spc="-1" strike="noStrike">
              <a:solidFill>
                <a:srgbClr val="333333"/>
              </a:solidFill>
              <a:latin typeface="Noto Sans Regular"/>
            </a:endParaRPr>
          </a:p>
        </p:txBody>
      </p:sp>
      <p:sp>
        <p:nvSpPr>
          <p:cNvPr id="1545" name="CustomShape 2"/>
          <p:cNvSpPr/>
          <p:nvPr/>
        </p:nvSpPr>
        <p:spPr>
          <a:xfrm>
            <a:off x="70776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46" name="CustomShape 3"/>
          <p:cNvSpPr/>
          <p:nvPr/>
        </p:nvSpPr>
        <p:spPr>
          <a:xfrm>
            <a:off x="1355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47" name="CustomShape 4"/>
          <p:cNvSpPr/>
          <p:nvPr/>
        </p:nvSpPr>
        <p:spPr>
          <a:xfrm>
            <a:off x="2003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48" name="CustomShape 5"/>
          <p:cNvSpPr/>
          <p:nvPr/>
        </p:nvSpPr>
        <p:spPr>
          <a:xfrm>
            <a:off x="2651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49" name="CustomShape 6"/>
          <p:cNvSpPr/>
          <p:nvPr/>
        </p:nvSpPr>
        <p:spPr>
          <a:xfrm>
            <a:off x="3299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50" name="CustomShape 7"/>
          <p:cNvSpPr/>
          <p:nvPr/>
        </p:nvSpPr>
        <p:spPr>
          <a:xfrm>
            <a:off x="394776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51" name="TextShape 8"/>
          <p:cNvSpPr txBox="1"/>
          <p:nvPr/>
        </p:nvSpPr>
        <p:spPr>
          <a:xfrm>
            <a:off x="839520" y="165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2" name="TextShape 9"/>
          <p:cNvSpPr txBox="1"/>
          <p:nvPr/>
        </p:nvSpPr>
        <p:spPr>
          <a:xfrm>
            <a:off x="15120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3" name="TextShape 10"/>
          <p:cNvSpPr txBox="1"/>
          <p:nvPr/>
        </p:nvSpPr>
        <p:spPr>
          <a:xfrm>
            <a:off x="344232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4" name="TextShape 11"/>
          <p:cNvSpPr txBox="1"/>
          <p:nvPr/>
        </p:nvSpPr>
        <p:spPr>
          <a:xfrm>
            <a:off x="4032000" y="20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5" name="TextShape 12"/>
          <p:cNvSpPr txBox="1"/>
          <p:nvPr/>
        </p:nvSpPr>
        <p:spPr>
          <a:xfrm>
            <a:off x="210168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6" name="TextShape 13"/>
          <p:cNvSpPr txBox="1"/>
          <p:nvPr/>
        </p:nvSpPr>
        <p:spPr>
          <a:xfrm>
            <a:off x="792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7" name="TextShape 14"/>
          <p:cNvSpPr txBox="1"/>
          <p:nvPr/>
        </p:nvSpPr>
        <p:spPr>
          <a:xfrm>
            <a:off x="2764800" y="20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58" name="CustomShape 15"/>
          <p:cNvSpPr/>
          <p:nvPr/>
        </p:nvSpPr>
        <p:spPr>
          <a:xfrm>
            <a:off x="720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59" name="CustomShape 16"/>
          <p:cNvSpPr/>
          <p:nvPr/>
        </p:nvSpPr>
        <p:spPr>
          <a:xfrm>
            <a:off x="1368000" y="3528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0" name="CustomShape 17"/>
          <p:cNvSpPr/>
          <p:nvPr/>
        </p:nvSpPr>
        <p:spPr>
          <a:xfrm>
            <a:off x="2016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1" name="CustomShape 18"/>
          <p:cNvSpPr/>
          <p:nvPr/>
        </p:nvSpPr>
        <p:spPr>
          <a:xfrm>
            <a:off x="2664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2" name="CustomShape 19"/>
          <p:cNvSpPr/>
          <p:nvPr/>
        </p:nvSpPr>
        <p:spPr>
          <a:xfrm>
            <a:off x="3312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3" name="CustomShape 20"/>
          <p:cNvSpPr/>
          <p:nvPr/>
        </p:nvSpPr>
        <p:spPr>
          <a:xfrm>
            <a:off x="3960000" y="3528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64" name="TextShape 21"/>
          <p:cNvSpPr txBox="1"/>
          <p:nvPr/>
        </p:nvSpPr>
        <p:spPr>
          <a:xfrm>
            <a:off x="851760" y="3168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5" name="TextShape 22"/>
          <p:cNvSpPr txBox="1"/>
          <p:nvPr/>
        </p:nvSpPr>
        <p:spPr>
          <a:xfrm>
            <a:off x="345456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6" name="TextShape 23"/>
          <p:cNvSpPr txBox="1"/>
          <p:nvPr/>
        </p:nvSpPr>
        <p:spPr>
          <a:xfrm>
            <a:off x="40442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7" name="TextShape 24"/>
          <p:cNvSpPr txBox="1"/>
          <p:nvPr/>
        </p:nvSpPr>
        <p:spPr>
          <a:xfrm>
            <a:off x="804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8" name="TextShape 25"/>
          <p:cNvSpPr txBox="1"/>
          <p:nvPr/>
        </p:nvSpPr>
        <p:spPr>
          <a:xfrm>
            <a:off x="2160000" y="35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9" name="TextShape 26"/>
          <p:cNvSpPr txBox="1"/>
          <p:nvPr/>
        </p:nvSpPr>
        <p:spPr>
          <a:xfrm>
            <a:off x="2777040" y="35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0" name="TextShape 27"/>
          <p:cNvSpPr txBox="1"/>
          <p:nvPr/>
        </p:nvSpPr>
        <p:spPr>
          <a:xfrm>
            <a:off x="1512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1" name="CustomShape 28"/>
          <p:cNvSpPr/>
          <p:nvPr/>
        </p:nvSpPr>
        <p:spPr>
          <a:xfrm>
            <a:off x="720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2" name="CustomShape 29"/>
          <p:cNvSpPr/>
          <p:nvPr/>
        </p:nvSpPr>
        <p:spPr>
          <a:xfrm>
            <a:off x="1368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3" name="CustomShape 30"/>
          <p:cNvSpPr/>
          <p:nvPr/>
        </p:nvSpPr>
        <p:spPr>
          <a:xfrm>
            <a:off x="2016000" y="5040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4" name="CustomShape 31"/>
          <p:cNvSpPr/>
          <p:nvPr/>
        </p:nvSpPr>
        <p:spPr>
          <a:xfrm>
            <a:off x="2664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5" name="CustomShape 32"/>
          <p:cNvSpPr/>
          <p:nvPr/>
        </p:nvSpPr>
        <p:spPr>
          <a:xfrm>
            <a:off x="3312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6" name="CustomShape 33"/>
          <p:cNvSpPr/>
          <p:nvPr/>
        </p:nvSpPr>
        <p:spPr>
          <a:xfrm>
            <a:off x="3960000" y="5040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7" name="TextShape 34"/>
          <p:cNvSpPr txBox="1"/>
          <p:nvPr/>
        </p:nvSpPr>
        <p:spPr>
          <a:xfrm>
            <a:off x="851760" y="4680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8" name="TextShape 35"/>
          <p:cNvSpPr txBox="1"/>
          <p:nvPr/>
        </p:nvSpPr>
        <p:spPr>
          <a:xfrm>
            <a:off x="345456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9" name="TextShape 36"/>
          <p:cNvSpPr txBox="1"/>
          <p:nvPr/>
        </p:nvSpPr>
        <p:spPr>
          <a:xfrm>
            <a:off x="80424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0" name="TextShape 37"/>
          <p:cNvSpPr txBox="1"/>
          <p:nvPr/>
        </p:nvSpPr>
        <p:spPr>
          <a:xfrm>
            <a:off x="1512000" y="5341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1" name="TextShape 38"/>
          <p:cNvSpPr txBox="1"/>
          <p:nvPr/>
        </p:nvSpPr>
        <p:spPr>
          <a:xfrm>
            <a:off x="2777040" y="50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2" name="TextShape 39"/>
          <p:cNvSpPr txBox="1"/>
          <p:nvPr/>
        </p:nvSpPr>
        <p:spPr>
          <a:xfrm>
            <a:off x="2158200" y="5328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3" name="TextShape 40"/>
          <p:cNvSpPr txBox="1"/>
          <p:nvPr/>
        </p:nvSpPr>
        <p:spPr>
          <a:xfrm>
            <a:off x="4032000" y="50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4" name="CustomShape 41"/>
          <p:cNvSpPr/>
          <p:nvPr/>
        </p:nvSpPr>
        <p:spPr>
          <a:xfrm>
            <a:off x="720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5" name="CustomShape 42"/>
          <p:cNvSpPr/>
          <p:nvPr/>
        </p:nvSpPr>
        <p:spPr>
          <a:xfrm>
            <a:off x="1368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6" name="CustomShape 43"/>
          <p:cNvSpPr/>
          <p:nvPr/>
        </p:nvSpPr>
        <p:spPr>
          <a:xfrm>
            <a:off x="2016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7" name="CustomShape 44"/>
          <p:cNvSpPr/>
          <p:nvPr/>
        </p:nvSpPr>
        <p:spPr>
          <a:xfrm>
            <a:off x="2664000" y="6552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8" name="CustomShape 45"/>
          <p:cNvSpPr/>
          <p:nvPr/>
        </p:nvSpPr>
        <p:spPr>
          <a:xfrm>
            <a:off x="3312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9" name="CustomShape 46"/>
          <p:cNvSpPr/>
          <p:nvPr/>
        </p:nvSpPr>
        <p:spPr>
          <a:xfrm>
            <a:off x="3960000" y="6552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90" name="TextShape 47"/>
          <p:cNvSpPr txBox="1"/>
          <p:nvPr/>
        </p:nvSpPr>
        <p:spPr>
          <a:xfrm>
            <a:off x="851760" y="6192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1" name="TextShape 48"/>
          <p:cNvSpPr txBox="1"/>
          <p:nvPr/>
        </p:nvSpPr>
        <p:spPr>
          <a:xfrm>
            <a:off x="345456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2" name="TextShape 49"/>
          <p:cNvSpPr txBox="1"/>
          <p:nvPr/>
        </p:nvSpPr>
        <p:spPr>
          <a:xfrm>
            <a:off x="80424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3" name="TextShape 50"/>
          <p:cNvSpPr txBox="1"/>
          <p:nvPr/>
        </p:nvSpPr>
        <p:spPr>
          <a:xfrm>
            <a:off x="1512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4" name="TextShape 51"/>
          <p:cNvSpPr txBox="1"/>
          <p:nvPr/>
        </p:nvSpPr>
        <p:spPr>
          <a:xfrm>
            <a:off x="2808000" y="6853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5" name="TextShape 52"/>
          <p:cNvSpPr txBox="1"/>
          <p:nvPr/>
        </p:nvSpPr>
        <p:spPr>
          <a:xfrm>
            <a:off x="2158200" y="6840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6" name="TextShape 53"/>
          <p:cNvSpPr txBox="1"/>
          <p:nvPr/>
        </p:nvSpPr>
        <p:spPr>
          <a:xfrm>
            <a:off x="4032000" y="6552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7" name="CustomShape 54"/>
          <p:cNvSpPr/>
          <p:nvPr/>
        </p:nvSpPr>
        <p:spPr>
          <a:xfrm>
            <a:off x="5616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98" name="CustomShape 55"/>
          <p:cNvSpPr/>
          <p:nvPr/>
        </p:nvSpPr>
        <p:spPr>
          <a:xfrm>
            <a:off x="6264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99" name="CustomShape 56"/>
          <p:cNvSpPr/>
          <p:nvPr/>
        </p:nvSpPr>
        <p:spPr>
          <a:xfrm>
            <a:off x="6912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0" name="CustomShape 57"/>
          <p:cNvSpPr/>
          <p:nvPr/>
        </p:nvSpPr>
        <p:spPr>
          <a:xfrm>
            <a:off x="7560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1" name="CustomShape 58"/>
          <p:cNvSpPr/>
          <p:nvPr/>
        </p:nvSpPr>
        <p:spPr>
          <a:xfrm>
            <a:off x="8208000" y="2016000"/>
            <a:ext cx="648000" cy="936000"/>
          </a:xfrm>
          <a:prstGeom prst="rect">
            <a:avLst/>
          </a:prstGeom>
          <a:solidFill>
            <a:srgbClr val="fff68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2" name="CustomShape 59"/>
          <p:cNvSpPr/>
          <p:nvPr/>
        </p:nvSpPr>
        <p:spPr>
          <a:xfrm>
            <a:off x="8856000" y="2016000"/>
            <a:ext cx="648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3" name="TextShape 60"/>
          <p:cNvSpPr txBox="1"/>
          <p:nvPr/>
        </p:nvSpPr>
        <p:spPr>
          <a:xfrm>
            <a:off x="5747760" y="1584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4" name="TextShape 61"/>
          <p:cNvSpPr txBox="1"/>
          <p:nvPr/>
        </p:nvSpPr>
        <p:spPr>
          <a:xfrm>
            <a:off x="570024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5" name="TextShape 62"/>
          <p:cNvSpPr txBox="1"/>
          <p:nvPr/>
        </p:nvSpPr>
        <p:spPr>
          <a:xfrm>
            <a:off x="640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6" name="TextShape 63"/>
          <p:cNvSpPr txBox="1"/>
          <p:nvPr/>
        </p:nvSpPr>
        <p:spPr>
          <a:xfrm>
            <a:off x="7704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7" name="TextShape 64"/>
          <p:cNvSpPr txBox="1"/>
          <p:nvPr/>
        </p:nvSpPr>
        <p:spPr>
          <a:xfrm>
            <a:off x="70542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8" name="TextShape 65"/>
          <p:cNvSpPr txBox="1"/>
          <p:nvPr/>
        </p:nvSpPr>
        <p:spPr>
          <a:xfrm>
            <a:off x="8928000" y="2317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9" name="TextShape 66"/>
          <p:cNvSpPr txBox="1"/>
          <p:nvPr/>
        </p:nvSpPr>
        <p:spPr>
          <a:xfrm>
            <a:off x="8352000" y="2304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0" name="CustomShape 67"/>
          <p:cNvSpPr/>
          <p:nvPr/>
        </p:nvSpPr>
        <p:spPr>
          <a:xfrm>
            <a:off x="5616000" y="3528000"/>
            <a:ext cx="648000" cy="936000"/>
          </a:xfrm>
          <a:prstGeom prst="rect">
            <a:avLst/>
          </a:prstGeom>
          <a:solidFill>
            <a:srgbClr val="83ca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1" name="CustomShape 68"/>
          <p:cNvSpPr/>
          <p:nvPr/>
        </p:nvSpPr>
        <p:spPr>
          <a:xfrm>
            <a:off x="6264000" y="3528000"/>
            <a:ext cx="648000" cy="93600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2" name="CustomShape 69"/>
          <p:cNvSpPr/>
          <p:nvPr/>
        </p:nvSpPr>
        <p:spPr>
          <a:xfrm>
            <a:off x="6912000" y="3528000"/>
            <a:ext cx="648000" cy="936000"/>
          </a:xfrm>
          <a:prstGeom prst="rect">
            <a:avLst/>
          </a:prstGeom>
          <a:solidFill>
            <a:srgbClr val="ff950e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3" name="CustomShape 70"/>
          <p:cNvSpPr/>
          <p:nvPr/>
        </p:nvSpPr>
        <p:spPr>
          <a:xfrm>
            <a:off x="7560000" y="3528000"/>
            <a:ext cx="648000" cy="936000"/>
          </a:xfrm>
          <a:prstGeom prst="rect">
            <a:avLst/>
          </a:prstGeom>
          <a:solidFill>
            <a:srgbClr val="ff3366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4" name="CustomShape 71"/>
          <p:cNvSpPr/>
          <p:nvPr/>
        </p:nvSpPr>
        <p:spPr>
          <a:xfrm>
            <a:off x="8208000" y="3528000"/>
            <a:ext cx="648000" cy="936000"/>
          </a:xfrm>
          <a:prstGeom prst="rect">
            <a:avLst/>
          </a:prstGeom>
          <a:solidFill>
            <a:srgbClr val="996633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5" name="CustomShape 72"/>
          <p:cNvSpPr/>
          <p:nvPr/>
        </p:nvSpPr>
        <p:spPr>
          <a:xfrm>
            <a:off x="8856000" y="3528000"/>
            <a:ext cx="648000" cy="936000"/>
          </a:xfrm>
          <a:prstGeom prst="rect">
            <a:avLst/>
          </a:prstGeom>
          <a:solidFill>
            <a:srgbClr val="ffd320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6" name="TextShape 73"/>
          <p:cNvSpPr txBox="1"/>
          <p:nvPr/>
        </p:nvSpPr>
        <p:spPr>
          <a:xfrm>
            <a:off x="5747760" y="3096000"/>
            <a:ext cx="3756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 </a:t>
            </a:r>
            <a:r>
              <a:rPr b="0" lang="en-IN" sz="1800" spc="-1" strike="noStrike">
                <a:latin typeface="Arial"/>
              </a:rPr>
              <a:t>0        1         2        3        4        5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7" name="TextShape 74"/>
          <p:cNvSpPr txBox="1"/>
          <p:nvPr/>
        </p:nvSpPr>
        <p:spPr>
          <a:xfrm>
            <a:off x="570024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8" name="TextShape 75"/>
          <p:cNvSpPr txBox="1"/>
          <p:nvPr/>
        </p:nvSpPr>
        <p:spPr>
          <a:xfrm>
            <a:off x="6408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9" name="TextShape 76"/>
          <p:cNvSpPr txBox="1"/>
          <p:nvPr/>
        </p:nvSpPr>
        <p:spPr>
          <a:xfrm>
            <a:off x="7704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0" name="TextShape 77"/>
          <p:cNvSpPr txBox="1"/>
          <p:nvPr/>
        </p:nvSpPr>
        <p:spPr>
          <a:xfrm>
            <a:off x="705420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1" name="TextShape 78"/>
          <p:cNvSpPr txBox="1"/>
          <p:nvPr/>
        </p:nvSpPr>
        <p:spPr>
          <a:xfrm>
            <a:off x="8928000" y="382968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60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2" name="TextShape 79"/>
          <p:cNvSpPr txBox="1"/>
          <p:nvPr/>
        </p:nvSpPr>
        <p:spPr>
          <a:xfrm>
            <a:off x="8352000" y="3816000"/>
            <a:ext cx="433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IN" sz="1800" spc="-1" strike="noStrike">
                <a:latin typeface="Arial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2020-03-03T11:48:52Z</dcterms:created>
  <dc:creator/>
  <dc:description/>
  <dc:language>en-IN</dc:language>
  <cp:lastModifiedBy/>
  <dcterms:modified xsi:type="dcterms:W3CDTF">2023-04-05T11:24:28Z</dcterms:modified>
  <cp:revision>20</cp:revision>
  <dc:subject/>
  <dc:title>Impress</dc:title>
</cp:coreProperties>
</file>