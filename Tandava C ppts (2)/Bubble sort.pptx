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9.png" ContentType="image/png"/>
  <Override PartName="/ppt/media/image14.png" ContentType="image/png"/>
  <Override PartName="/ppt/media/image38.png" ContentType="image/png"/>
  <Override PartName="/ppt/media/image13.png" ContentType="image/png"/>
  <Override PartName="/ppt/media/image37.png" ContentType="image/png"/>
  <Override PartName="/ppt/media/image12.png" ContentType="image/png"/>
  <Override PartName="/ppt/media/image16.png" ContentType="image/png"/>
  <Override PartName="/ppt/media/image15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45.png" ContentType="image/png"/>
  <Override PartName="/ppt/media/image20.png" ContentType="image/png"/>
  <Override PartName="/ppt/media/image46.png" ContentType="image/png"/>
  <Override PartName="/ppt/media/image21.png" ContentType="image/png"/>
  <Override PartName="/ppt/media/image47.png" ContentType="image/png"/>
  <Override PartName="/ppt/media/image22.png" ContentType="image/png"/>
  <Override PartName="/ppt/media/image48.png" ContentType="image/png"/>
  <Override PartName="/ppt/media/image23.png" ContentType="image/png"/>
  <Override PartName="/ppt/media/image49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10.png" ContentType="image/png"/>
  <Override PartName="/ppt/media/image35.png" ContentType="image/png"/>
  <Override PartName="/ppt/media/image11.png" ContentType="image/png"/>
  <Override PartName="/ppt/media/image36.png" ContentType="image/png"/>
  <Override PartName="/ppt/media/image9.png" ContentType="image/png"/>
  <Override PartName="/ppt/media/image8.png" ContentType="image/png"/>
  <Override PartName="/ppt/media/image7.png" ContentType="image/png"/>
  <Override PartName="/ppt/media/image2.png" ContentType="image/png"/>
  <Override PartName="/ppt/media/image1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2.xml" ContentType="application/vnd.openxmlformats-officedocument.presentationml.slide+xml"/>
  <Override PartName="/ppt/slides/slide45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22.xml" ContentType="application/vnd.openxmlformats-officedocument.presentationml.slide+xml"/>
  <Override PartName="/ppt/slides/slide48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3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_rels/slide48.xml.rels" ContentType="application/vnd.openxmlformats-package.relationships+xml"/>
  <Override PartName="/ppt/slides/_rels/slide44.xml.rels" ContentType="application/vnd.openxmlformats-package.relationships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38.xml.rels" ContentType="application/vnd.openxmlformats-package.relationships+xml"/>
  <Override PartName="/ppt/slides/_rels/slide37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3.xml.rels" ContentType="application/vnd.openxmlformats-package.relationships+xml"/>
  <Override PartName="/ppt/slides/_rels/slide3.xml.rels" ContentType="application/vnd.openxmlformats-package.relationships+xml"/>
  <Override PartName="/ppt/slides/_rels/slide45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5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17.xml.rels" ContentType="application/vnd.openxmlformats-package.relationships+xml"/>
  <Override PartName="/ppt/slides/_rels/slide46.xml.rels" ContentType="application/vnd.openxmlformats-package.relationships+xml"/>
  <Override PartName="/ppt/slides/_rels/slide18.xml.rels" ContentType="application/vnd.openxmlformats-package.relationships+xml"/>
  <Override PartName="/ppt/slides/_rels/slide47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0.xml.rels" ContentType="application/vnd.openxmlformats-package.relationships+xml"/>
  <Override PartName="/ppt/slides/_rels/slide25.xml.rels" ContentType="application/vnd.openxmlformats-package.relationships+xml"/>
  <Override PartName="/ppt/slides/_rels/slide31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32.xml.rels" ContentType="application/vnd.openxmlformats-package.relationships+xml"/>
  <Override PartName="/ppt/slides/_rels/slide28.xml.rels" ContentType="application/vnd.openxmlformats-package.relationships+xml"/>
  <Override PartName="/ppt/slides/_rels/slide10.xml.rels" ContentType="application/vnd.openxmlformats-package.relationships+xml"/>
  <Override PartName="/ppt/slides/_rels/slide29.xml.rels" ContentType="application/vnd.openxmlformats-package.relationships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288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216000"/>
            <a:ext cx="7020000" cy="4340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04000" y="30855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152680" y="30855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4000" y="3085560"/>
            <a:ext cx="907200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4000" y="3085560"/>
            <a:ext cx="907200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152680" y="13680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504000" y="30855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152680" y="30855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571560" y="136800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639120" y="136800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04000" y="308556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3571560" y="308556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6639120" y="3085560"/>
            <a:ext cx="29210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26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-58320" y="81000"/>
            <a:ext cx="7794360" cy="1205640"/>
          </a:xfrm>
          <a:prstGeom prst="rect">
            <a:avLst/>
          </a:prstGeom>
          <a:ln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216000"/>
            <a:ext cx="7020000" cy="9360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600" spc="-1" strike="noStrike">
                <a:latin typeface="Arial"/>
              </a:rPr>
              <a:t>Click to edit the outline text format</a:t>
            </a:r>
            <a:endParaRPr b="0" lang="en-IN" sz="2600" spc="-1" strike="noStrike">
              <a:latin typeface="Arial"/>
            </a:endParaRPr>
          </a:p>
          <a:p>
            <a:pPr lvl="1" marL="864000" indent="-324000">
              <a:spcAft>
                <a:spcPts val="918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280" spc="-1" strike="noStrike">
                <a:latin typeface="Arial"/>
              </a:rPr>
              <a:t>Second Outline Level</a:t>
            </a:r>
            <a:endParaRPr b="0" lang="en-IN" sz="2280" spc="-1" strike="noStrike">
              <a:latin typeface="Arial"/>
            </a:endParaRPr>
          </a:p>
          <a:p>
            <a:pPr lvl="2" marL="1296000" indent="-288000">
              <a:spcAft>
                <a:spcPts val="6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950" spc="-1" strike="noStrike">
                <a:latin typeface="Arial"/>
              </a:rPr>
              <a:t>Third Outline Level</a:t>
            </a:r>
            <a:endParaRPr b="0" lang="en-IN" sz="1950" spc="-1" strike="noStrike">
              <a:latin typeface="Arial"/>
            </a:endParaRPr>
          </a:p>
          <a:p>
            <a:pPr lvl="3" marL="1728000" indent="-216000">
              <a:spcAft>
                <a:spcPts val="459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629" spc="-1" strike="noStrike">
                <a:latin typeface="Arial"/>
              </a:rPr>
              <a:t>Fourth Outline Level</a:t>
            </a:r>
            <a:endParaRPr b="0" lang="en-IN" sz="1629" spc="-1" strike="noStrike">
              <a:latin typeface="Arial"/>
            </a:endParaRPr>
          </a:p>
          <a:p>
            <a:pPr lvl="4" marL="2160000" indent="-216000">
              <a:spcAft>
                <a:spcPts val="23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29" spc="-1" strike="noStrike">
                <a:latin typeface="Arial"/>
              </a:rPr>
              <a:t>Fifth Outline Level</a:t>
            </a:r>
            <a:endParaRPr b="0" lang="en-IN" sz="1629" spc="-1" strike="noStrike">
              <a:latin typeface="Arial"/>
            </a:endParaRPr>
          </a:p>
          <a:p>
            <a:pPr lvl="5" marL="2592000" indent="-216000">
              <a:spcAft>
                <a:spcPts val="23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29" spc="-1" strike="noStrike">
                <a:latin typeface="Arial"/>
              </a:rPr>
              <a:t>Sixth Outline Level</a:t>
            </a:r>
            <a:endParaRPr b="0" lang="en-IN" sz="1629" spc="-1" strike="noStrike">
              <a:latin typeface="Arial"/>
            </a:endParaRPr>
          </a:p>
          <a:p>
            <a:pPr lvl="6" marL="3024000" indent="-216000">
              <a:spcAft>
                <a:spcPts val="23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629" spc="-1" strike="noStrike">
                <a:latin typeface="Arial"/>
              </a:rPr>
              <a:t>Seventh Outline Level</a:t>
            </a:r>
            <a:endParaRPr b="0" lang="en-IN" sz="1629" spc="-1" strike="noStrike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</p:spPr>
        <p:txBody>
          <a:bodyPr lIns="0" rIns="0" tIns="0" bIns="0"/>
          <a:p>
            <a:r>
              <a:rPr b="0" lang="en-IN" sz="1400" spc="-1" strike="noStrike">
                <a:latin typeface="Arial"/>
              </a:rPr>
              <a:t>&lt;date/time&gt;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3447000" y="5164920"/>
            <a:ext cx="3195000" cy="39060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n-IN" sz="1400" spc="-1" strike="noStrike">
                <a:latin typeface="Arial"/>
              </a:rPr>
              <a:t>&lt;footer&gt;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</p:spPr>
        <p:txBody>
          <a:bodyPr lIns="0" rIns="0" tIns="0" bIns="0"/>
          <a:p>
            <a:pPr algn="r"/>
            <a:fld id="{218C896B-86C4-4FBF-BF53-C2A3027FC386}" type="slidenum">
              <a:rPr b="0" lang="en-IN" sz="1400" spc="-1" strike="noStrike">
                <a:latin typeface="Arial"/>
              </a:rPr>
              <a:t>&lt;number&gt;</a:t>
            </a:fld>
            <a:endParaRPr b="0" lang="en-IN" sz="14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2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2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2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2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2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45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56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67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78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89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00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11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22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4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5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6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7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8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33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5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8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0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44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6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8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55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8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cfe7f5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2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66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0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1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2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3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77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8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9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0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1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2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3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4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88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9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0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1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2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3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4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5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99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0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1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2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3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4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5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6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7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8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9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0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1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2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3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4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218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9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0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1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2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3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4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5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6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7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8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9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0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1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2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3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236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237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8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39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0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1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2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3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4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5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6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7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8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49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0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1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2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255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256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7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8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9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0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1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2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3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4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5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6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7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8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9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0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1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274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275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7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8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9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0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1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2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3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4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5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6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7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8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9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0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294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5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6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7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8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9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0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1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2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3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4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5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6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7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8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9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312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313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4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5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6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7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8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9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0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1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2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3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4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5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6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7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8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331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332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3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4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5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6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7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8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39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0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1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2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3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4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5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6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7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350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351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2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3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4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5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6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7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8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9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0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1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2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3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4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5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6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369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370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1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2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3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4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5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6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7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8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9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0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1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2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3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4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5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388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389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0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1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2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3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4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5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6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7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8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99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0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1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2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3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4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407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408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9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0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1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2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3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4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5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6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7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8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9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0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1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2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3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4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5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6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7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8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9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0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1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434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435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6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7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8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9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0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1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2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3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4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5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6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7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8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9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0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1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2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3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4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5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6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7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58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461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462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3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4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5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6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7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8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69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0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1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2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3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4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5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6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7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8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9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0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1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2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3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4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5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488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489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0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1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2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3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4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5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6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7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8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9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0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1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2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3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4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5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6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7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8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9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0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1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2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515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516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7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8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9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0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1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2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3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4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5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6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7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8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9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0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1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2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3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4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5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6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7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8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9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542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543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4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5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6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7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8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9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0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1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2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3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4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5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6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7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8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9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0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1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2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3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4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5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6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569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570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1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2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3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4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5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6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7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8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9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0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1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2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3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4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5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6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7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8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9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0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1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2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3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596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597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8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9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0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1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2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3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4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5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6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7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8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9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0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1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2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3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4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5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6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7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8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9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0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623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624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5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6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7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8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9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0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1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2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3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4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5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6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7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8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9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0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1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2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3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4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5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6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7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650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651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2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3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4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5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6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7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8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59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0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1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2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3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4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5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6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7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8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9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0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1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2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3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4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677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678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9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0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1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2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3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4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5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6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7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8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9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0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1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2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3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4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5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6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7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8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9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0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1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2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3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4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5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6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7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8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9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712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713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4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5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6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7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8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9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0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1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2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3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4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5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6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7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8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9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0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1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2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3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4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5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6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7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8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9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0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1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2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3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4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747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748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9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0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1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2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3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4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5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6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7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8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9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0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1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2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3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4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5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6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7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8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69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0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1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2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3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4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5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6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7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8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9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782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783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4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5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6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7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8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9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0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1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2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3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4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5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6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7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8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9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0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1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2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3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4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5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6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7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8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9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0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1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2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3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4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817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818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9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0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1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2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3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4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5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6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7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8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9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0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1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2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3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4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5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6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7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8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39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0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1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2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3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4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5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6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7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8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9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1" name="TextShape 2"/>
          <p:cNvSpPr txBox="1"/>
          <p:nvPr/>
        </p:nvSpPr>
        <p:spPr>
          <a:xfrm>
            <a:off x="504000" y="13680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852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853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4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5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6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7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8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9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0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1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2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3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4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5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6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7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8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9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0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1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2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3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4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5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6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7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8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9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0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1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2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3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4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TextShape 2"/>
          <p:cNvSpPr txBox="1"/>
          <p:nvPr/>
        </p:nvSpPr>
        <p:spPr>
          <a:xfrm>
            <a:off x="504000" y="1368000"/>
            <a:ext cx="9072000" cy="42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887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888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9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0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1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2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3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4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5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6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7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8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9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0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1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2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3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4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5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6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7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8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9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0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1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2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3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4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5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6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7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8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9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0" name="CustomShape 35"/>
          <p:cNvSpPr/>
          <p:nvPr/>
        </p:nvSpPr>
        <p:spPr>
          <a:xfrm>
            <a:off x="504000" y="5112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1" name="CustomShape 36"/>
          <p:cNvSpPr/>
          <p:nvPr/>
        </p:nvSpPr>
        <p:spPr>
          <a:xfrm>
            <a:off x="1152000" y="5112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2" name="CustomShape 37"/>
          <p:cNvSpPr/>
          <p:nvPr/>
        </p:nvSpPr>
        <p:spPr>
          <a:xfrm>
            <a:off x="1800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3" name="CustomShape 38"/>
          <p:cNvSpPr/>
          <p:nvPr/>
        </p:nvSpPr>
        <p:spPr>
          <a:xfrm>
            <a:off x="2448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4" name="CustomShape 39"/>
          <p:cNvSpPr/>
          <p:nvPr/>
        </p:nvSpPr>
        <p:spPr>
          <a:xfrm>
            <a:off x="3096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5" name="CustomShape 40"/>
          <p:cNvSpPr/>
          <p:nvPr/>
        </p:nvSpPr>
        <p:spPr>
          <a:xfrm>
            <a:off x="3744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6" name="CustomShape 41"/>
          <p:cNvSpPr/>
          <p:nvPr/>
        </p:nvSpPr>
        <p:spPr>
          <a:xfrm>
            <a:off x="4392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7" name="TextShape 42"/>
          <p:cNvSpPr txBox="1"/>
          <p:nvPr/>
        </p:nvSpPr>
        <p:spPr>
          <a:xfrm>
            <a:off x="648000" y="4824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TextShape 2"/>
          <p:cNvSpPr txBox="1"/>
          <p:nvPr/>
        </p:nvSpPr>
        <p:spPr>
          <a:xfrm>
            <a:off x="504000" y="1368000"/>
            <a:ext cx="9072000" cy="42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930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931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2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3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4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5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6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7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8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9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0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1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2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3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4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5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6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7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8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9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0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1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2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3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4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5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6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7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8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59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0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1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2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3" name="CustomShape 35"/>
          <p:cNvSpPr/>
          <p:nvPr/>
        </p:nvSpPr>
        <p:spPr>
          <a:xfrm>
            <a:off x="504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4" name="CustomShape 36"/>
          <p:cNvSpPr/>
          <p:nvPr/>
        </p:nvSpPr>
        <p:spPr>
          <a:xfrm>
            <a:off x="1152000" y="5112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5" name="CustomShape 37"/>
          <p:cNvSpPr/>
          <p:nvPr/>
        </p:nvSpPr>
        <p:spPr>
          <a:xfrm>
            <a:off x="1800000" y="5112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6" name="CustomShape 38"/>
          <p:cNvSpPr/>
          <p:nvPr/>
        </p:nvSpPr>
        <p:spPr>
          <a:xfrm>
            <a:off x="2448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7" name="CustomShape 39"/>
          <p:cNvSpPr/>
          <p:nvPr/>
        </p:nvSpPr>
        <p:spPr>
          <a:xfrm>
            <a:off x="3096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8" name="CustomShape 40"/>
          <p:cNvSpPr/>
          <p:nvPr/>
        </p:nvSpPr>
        <p:spPr>
          <a:xfrm>
            <a:off x="3744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9" name="CustomShape 41"/>
          <p:cNvSpPr/>
          <p:nvPr/>
        </p:nvSpPr>
        <p:spPr>
          <a:xfrm>
            <a:off x="4392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0" name="TextShape 42"/>
          <p:cNvSpPr txBox="1"/>
          <p:nvPr/>
        </p:nvSpPr>
        <p:spPr>
          <a:xfrm>
            <a:off x="648000" y="4824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TextShape 2"/>
          <p:cNvSpPr txBox="1"/>
          <p:nvPr/>
        </p:nvSpPr>
        <p:spPr>
          <a:xfrm>
            <a:off x="504000" y="1368000"/>
            <a:ext cx="9072000" cy="42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973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974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5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6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7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8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9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0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1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2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3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4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5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6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7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8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9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0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1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2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3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4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5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6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7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8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99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0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1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2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3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4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5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6" name="CustomShape 35"/>
          <p:cNvSpPr/>
          <p:nvPr/>
        </p:nvSpPr>
        <p:spPr>
          <a:xfrm>
            <a:off x="504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7" name="CustomShape 36"/>
          <p:cNvSpPr/>
          <p:nvPr/>
        </p:nvSpPr>
        <p:spPr>
          <a:xfrm>
            <a:off x="1152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8" name="CustomShape 37"/>
          <p:cNvSpPr/>
          <p:nvPr/>
        </p:nvSpPr>
        <p:spPr>
          <a:xfrm>
            <a:off x="1800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9" name="CustomShape 38"/>
          <p:cNvSpPr/>
          <p:nvPr/>
        </p:nvSpPr>
        <p:spPr>
          <a:xfrm>
            <a:off x="2448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0" name="CustomShape 39"/>
          <p:cNvSpPr/>
          <p:nvPr/>
        </p:nvSpPr>
        <p:spPr>
          <a:xfrm>
            <a:off x="3096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1" name="CustomShape 40"/>
          <p:cNvSpPr/>
          <p:nvPr/>
        </p:nvSpPr>
        <p:spPr>
          <a:xfrm>
            <a:off x="3744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2" name="CustomShape 41"/>
          <p:cNvSpPr/>
          <p:nvPr/>
        </p:nvSpPr>
        <p:spPr>
          <a:xfrm>
            <a:off x="4392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3" name="TextShape 42"/>
          <p:cNvSpPr txBox="1"/>
          <p:nvPr/>
        </p:nvSpPr>
        <p:spPr>
          <a:xfrm>
            <a:off x="648000" y="4824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TextShape 2"/>
          <p:cNvSpPr txBox="1"/>
          <p:nvPr/>
        </p:nvSpPr>
        <p:spPr>
          <a:xfrm>
            <a:off x="72000" y="1224000"/>
            <a:ext cx="9648000" cy="42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016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017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8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19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0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1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2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3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4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5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6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7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8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29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0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1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2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3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4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5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6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7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8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9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0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1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2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3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4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5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6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7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8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9" name="CustomShape 35"/>
          <p:cNvSpPr/>
          <p:nvPr/>
        </p:nvSpPr>
        <p:spPr>
          <a:xfrm>
            <a:off x="504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0" name="CustomShape 36"/>
          <p:cNvSpPr/>
          <p:nvPr/>
        </p:nvSpPr>
        <p:spPr>
          <a:xfrm>
            <a:off x="1152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1" name="CustomShape 37"/>
          <p:cNvSpPr/>
          <p:nvPr/>
        </p:nvSpPr>
        <p:spPr>
          <a:xfrm>
            <a:off x="1800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2" name="CustomShape 38"/>
          <p:cNvSpPr/>
          <p:nvPr/>
        </p:nvSpPr>
        <p:spPr>
          <a:xfrm>
            <a:off x="2448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3" name="CustomShape 39"/>
          <p:cNvSpPr/>
          <p:nvPr/>
        </p:nvSpPr>
        <p:spPr>
          <a:xfrm>
            <a:off x="3096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4" name="CustomShape 40"/>
          <p:cNvSpPr/>
          <p:nvPr/>
        </p:nvSpPr>
        <p:spPr>
          <a:xfrm>
            <a:off x="3744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5" name="CustomShape 41"/>
          <p:cNvSpPr/>
          <p:nvPr/>
        </p:nvSpPr>
        <p:spPr>
          <a:xfrm>
            <a:off x="4392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6" name="TextShape 42"/>
          <p:cNvSpPr txBox="1"/>
          <p:nvPr/>
        </p:nvSpPr>
        <p:spPr>
          <a:xfrm>
            <a:off x="648000" y="4824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7" name="CustomShape 43"/>
          <p:cNvSpPr/>
          <p:nvPr/>
        </p:nvSpPr>
        <p:spPr>
          <a:xfrm>
            <a:off x="511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8" name="CustomShape 44"/>
          <p:cNvSpPr/>
          <p:nvPr/>
        </p:nvSpPr>
        <p:spPr>
          <a:xfrm>
            <a:off x="576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9" name="CustomShape 45"/>
          <p:cNvSpPr/>
          <p:nvPr/>
        </p:nvSpPr>
        <p:spPr>
          <a:xfrm>
            <a:off x="6408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0" name="CustomShape 46"/>
          <p:cNvSpPr/>
          <p:nvPr/>
        </p:nvSpPr>
        <p:spPr>
          <a:xfrm>
            <a:off x="7056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1" name="CustomShape 47"/>
          <p:cNvSpPr/>
          <p:nvPr/>
        </p:nvSpPr>
        <p:spPr>
          <a:xfrm>
            <a:off x="7704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2" name="CustomShape 48"/>
          <p:cNvSpPr/>
          <p:nvPr/>
        </p:nvSpPr>
        <p:spPr>
          <a:xfrm>
            <a:off x="835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3" name="CustomShape 49"/>
          <p:cNvSpPr/>
          <p:nvPr/>
        </p:nvSpPr>
        <p:spPr>
          <a:xfrm>
            <a:off x="9000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4" name="TextShape 50"/>
          <p:cNvSpPr txBox="1"/>
          <p:nvPr/>
        </p:nvSpPr>
        <p:spPr>
          <a:xfrm>
            <a:off x="5256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TextShape 2"/>
          <p:cNvSpPr txBox="1"/>
          <p:nvPr/>
        </p:nvSpPr>
        <p:spPr>
          <a:xfrm>
            <a:off x="72000" y="1224000"/>
            <a:ext cx="9648000" cy="42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067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068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9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0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1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2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3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4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5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6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7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8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9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0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1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2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3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4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5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6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7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8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89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0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1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2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3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4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5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6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7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8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9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0" name="CustomShape 35"/>
          <p:cNvSpPr/>
          <p:nvPr/>
        </p:nvSpPr>
        <p:spPr>
          <a:xfrm>
            <a:off x="504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1" name="CustomShape 36"/>
          <p:cNvSpPr/>
          <p:nvPr/>
        </p:nvSpPr>
        <p:spPr>
          <a:xfrm>
            <a:off x="1152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2" name="CustomShape 37"/>
          <p:cNvSpPr/>
          <p:nvPr/>
        </p:nvSpPr>
        <p:spPr>
          <a:xfrm>
            <a:off x="1800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3" name="CustomShape 38"/>
          <p:cNvSpPr/>
          <p:nvPr/>
        </p:nvSpPr>
        <p:spPr>
          <a:xfrm>
            <a:off x="2448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4" name="CustomShape 39"/>
          <p:cNvSpPr/>
          <p:nvPr/>
        </p:nvSpPr>
        <p:spPr>
          <a:xfrm>
            <a:off x="3096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5" name="CustomShape 40"/>
          <p:cNvSpPr/>
          <p:nvPr/>
        </p:nvSpPr>
        <p:spPr>
          <a:xfrm>
            <a:off x="3744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6" name="CustomShape 41"/>
          <p:cNvSpPr/>
          <p:nvPr/>
        </p:nvSpPr>
        <p:spPr>
          <a:xfrm>
            <a:off x="4392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7" name="TextShape 42"/>
          <p:cNvSpPr txBox="1"/>
          <p:nvPr/>
        </p:nvSpPr>
        <p:spPr>
          <a:xfrm>
            <a:off x="648000" y="4824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8" name="CustomShape 43"/>
          <p:cNvSpPr/>
          <p:nvPr/>
        </p:nvSpPr>
        <p:spPr>
          <a:xfrm>
            <a:off x="5112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9" name="CustomShape 44"/>
          <p:cNvSpPr/>
          <p:nvPr/>
        </p:nvSpPr>
        <p:spPr>
          <a:xfrm>
            <a:off x="5760000" y="1656000"/>
            <a:ext cx="648000" cy="360000"/>
          </a:xfrm>
          <a:prstGeom prst="rect">
            <a:avLst/>
          </a:prstGeom>
          <a:solidFill>
            <a:srgbClr val="72bf44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0" name="CustomShape 45"/>
          <p:cNvSpPr/>
          <p:nvPr/>
        </p:nvSpPr>
        <p:spPr>
          <a:xfrm>
            <a:off x="6408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1" name="CustomShape 46"/>
          <p:cNvSpPr/>
          <p:nvPr/>
        </p:nvSpPr>
        <p:spPr>
          <a:xfrm>
            <a:off x="7056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2" name="CustomShape 47"/>
          <p:cNvSpPr/>
          <p:nvPr/>
        </p:nvSpPr>
        <p:spPr>
          <a:xfrm>
            <a:off x="7704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3" name="CustomShape 48"/>
          <p:cNvSpPr/>
          <p:nvPr/>
        </p:nvSpPr>
        <p:spPr>
          <a:xfrm>
            <a:off x="835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4" name="CustomShape 49"/>
          <p:cNvSpPr/>
          <p:nvPr/>
        </p:nvSpPr>
        <p:spPr>
          <a:xfrm>
            <a:off x="9000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5" name="TextShape 50"/>
          <p:cNvSpPr txBox="1"/>
          <p:nvPr/>
        </p:nvSpPr>
        <p:spPr>
          <a:xfrm>
            <a:off x="5256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" name="TextShape 2"/>
          <p:cNvSpPr txBox="1"/>
          <p:nvPr/>
        </p:nvSpPr>
        <p:spPr>
          <a:xfrm>
            <a:off x="72000" y="1224000"/>
            <a:ext cx="9648000" cy="42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118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119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0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1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2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3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4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5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6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7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8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29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0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1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2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3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4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5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6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7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8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9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0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1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2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3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4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5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6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7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8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49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0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1" name="CustomShape 35"/>
          <p:cNvSpPr/>
          <p:nvPr/>
        </p:nvSpPr>
        <p:spPr>
          <a:xfrm>
            <a:off x="504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2" name="CustomShape 36"/>
          <p:cNvSpPr/>
          <p:nvPr/>
        </p:nvSpPr>
        <p:spPr>
          <a:xfrm>
            <a:off x="1152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3" name="CustomShape 37"/>
          <p:cNvSpPr/>
          <p:nvPr/>
        </p:nvSpPr>
        <p:spPr>
          <a:xfrm>
            <a:off x="1800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4" name="CustomShape 38"/>
          <p:cNvSpPr/>
          <p:nvPr/>
        </p:nvSpPr>
        <p:spPr>
          <a:xfrm>
            <a:off x="2448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5" name="CustomShape 39"/>
          <p:cNvSpPr/>
          <p:nvPr/>
        </p:nvSpPr>
        <p:spPr>
          <a:xfrm>
            <a:off x="3096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6" name="CustomShape 40"/>
          <p:cNvSpPr/>
          <p:nvPr/>
        </p:nvSpPr>
        <p:spPr>
          <a:xfrm>
            <a:off x="3744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7" name="CustomShape 41"/>
          <p:cNvSpPr/>
          <p:nvPr/>
        </p:nvSpPr>
        <p:spPr>
          <a:xfrm>
            <a:off x="4392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8" name="TextShape 42"/>
          <p:cNvSpPr txBox="1"/>
          <p:nvPr/>
        </p:nvSpPr>
        <p:spPr>
          <a:xfrm>
            <a:off x="648000" y="4824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9" name="CustomShape 43"/>
          <p:cNvSpPr/>
          <p:nvPr/>
        </p:nvSpPr>
        <p:spPr>
          <a:xfrm>
            <a:off x="511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0" name="CustomShape 44"/>
          <p:cNvSpPr/>
          <p:nvPr/>
        </p:nvSpPr>
        <p:spPr>
          <a:xfrm>
            <a:off x="5760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1" name="CustomShape 45"/>
          <p:cNvSpPr/>
          <p:nvPr/>
        </p:nvSpPr>
        <p:spPr>
          <a:xfrm>
            <a:off x="6408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2" name="CustomShape 46"/>
          <p:cNvSpPr/>
          <p:nvPr/>
        </p:nvSpPr>
        <p:spPr>
          <a:xfrm>
            <a:off x="7056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3" name="CustomShape 47"/>
          <p:cNvSpPr/>
          <p:nvPr/>
        </p:nvSpPr>
        <p:spPr>
          <a:xfrm>
            <a:off x="7704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4" name="CustomShape 48"/>
          <p:cNvSpPr/>
          <p:nvPr/>
        </p:nvSpPr>
        <p:spPr>
          <a:xfrm>
            <a:off x="835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5" name="CustomShape 49"/>
          <p:cNvSpPr/>
          <p:nvPr/>
        </p:nvSpPr>
        <p:spPr>
          <a:xfrm>
            <a:off x="9000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6" name="TextShape 50"/>
          <p:cNvSpPr txBox="1"/>
          <p:nvPr/>
        </p:nvSpPr>
        <p:spPr>
          <a:xfrm>
            <a:off x="5256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TextShape 1"/>
          <p:cNvSpPr txBox="1"/>
          <p:nvPr/>
        </p:nvSpPr>
        <p:spPr>
          <a:xfrm>
            <a:off x="504000" y="216000"/>
            <a:ext cx="7020000" cy="93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3570" spc="-1" strike="noStrike">
                <a:solidFill>
                  <a:srgbClr val="ffffff"/>
                </a:solidFill>
                <a:latin typeface="Arial"/>
              </a:rPr>
              <a:t>Bubble sort</a:t>
            </a:r>
            <a:endParaRPr b="0" lang="en-IN" sz="3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8" name="TextShape 2"/>
          <p:cNvSpPr txBox="1"/>
          <p:nvPr/>
        </p:nvSpPr>
        <p:spPr>
          <a:xfrm>
            <a:off x="72000" y="1224000"/>
            <a:ext cx="9648000" cy="42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  <p:pic>
        <p:nvPicPr>
          <p:cNvPr id="1169" name="" descr=""/>
          <p:cNvPicPr/>
          <p:nvPr/>
        </p:nvPicPr>
        <p:blipFill>
          <a:blip r:embed="rId1"/>
          <a:stretch/>
        </p:blipFill>
        <p:spPr>
          <a:xfrm>
            <a:off x="8424000" y="157680"/>
            <a:ext cx="1152000" cy="1066320"/>
          </a:xfrm>
          <a:prstGeom prst="rect">
            <a:avLst/>
          </a:prstGeom>
          <a:ln>
            <a:noFill/>
          </a:ln>
        </p:spPr>
      </p:pic>
      <p:sp>
        <p:nvSpPr>
          <p:cNvPr id="1170" name="CustomShape 3"/>
          <p:cNvSpPr/>
          <p:nvPr/>
        </p:nvSpPr>
        <p:spPr>
          <a:xfrm>
            <a:off x="50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1" name="CustomShape 4"/>
          <p:cNvSpPr/>
          <p:nvPr/>
        </p:nvSpPr>
        <p:spPr>
          <a:xfrm>
            <a:off x="115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2" name="CustomShape 5"/>
          <p:cNvSpPr/>
          <p:nvPr/>
        </p:nvSpPr>
        <p:spPr>
          <a:xfrm>
            <a:off x="1800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3" name="CustomShape 6"/>
          <p:cNvSpPr/>
          <p:nvPr/>
        </p:nvSpPr>
        <p:spPr>
          <a:xfrm>
            <a:off x="2448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4" name="CustomShape 7"/>
          <p:cNvSpPr/>
          <p:nvPr/>
        </p:nvSpPr>
        <p:spPr>
          <a:xfrm>
            <a:off x="3096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5" name="CustomShape 8"/>
          <p:cNvSpPr/>
          <p:nvPr/>
        </p:nvSpPr>
        <p:spPr>
          <a:xfrm>
            <a:off x="3744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6" name="CustomShape 9"/>
          <p:cNvSpPr/>
          <p:nvPr/>
        </p:nvSpPr>
        <p:spPr>
          <a:xfrm>
            <a:off x="439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7" name="TextShape 10"/>
          <p:cNvSpPr txBox="1"/>
          <p:nvPr/>
        </p:nvSpPr>
        <p:spPr>
          <a:xfrm>
            <a:off x="648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8" name="CustomShape 11"/>
          <p:cNvSpPr/>
          <p:nvPr/>
        </p:nvSpPr>
        <p:spPr>
          <a:xfrm>
            <a:off x="504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9" name="CustomShape 12"/>
          <p:cNvSpPr/>
          <p:nvPr/>
        </p:nvSpPr>
        <p:spPr>
          <a:xfrm>
            <a:off x="1152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0" name="CustomShape 13"/>
          <p:cNvSpPr/>
          <p:nvPr/>
        </p:nvSpPr>
        <p:spPr>
          <a:xfrm>
            <a:off x="1800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1" name="CustomShape 14"/>
          <p:cNvSpPr/>
          <p:nvPr/>
        </p:nvSpPr>
        <p:spPr>
          <a:xfrm>
            <a:off x="2448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2" name="CustomShape 15"/>
          <p:cNvSpPr/>
          <p:nvPr/>
        </p:nvSpPr>
        <p:spPr>
          <a:xfrm>
            <a:off x="3096000" y="2520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3" name="CustomShape 16"/>
          <p:cNvSpPr/>
          <p:nvPr/>
        </p:nvSpPr>
        <p:spPr>
          <a:xfrm>
            <a:off x="374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4" name="CustomShape 17"/>
          <p:cNvSpPr/>
          <p:nvPr/>
        </p:nvSpPr>
        <p:spPr>
          <a:xfrm>
            <a:off x="439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5" name="TextShape 18"/>
          <p:cNvSpPr txBox="1"/>
          <p:nvPr/>
        </p:nvSpPr>
        <p:spPr>
          <a:xfrm>
            <a:off x="648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6" name="CustomShape 19"/>
          <p:cNvSpPr/>
          <p:nvPr/>
        </p:nvSpPr>
        <p:spPr>
          <a:xfrm>
            <a:off x="504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7" name="CustomShape 20"/>
          <p:cNvSpPr/>
          <p:nvPr/>
        </p:nvSpPr>
        <p:spPr>
          <a:xfrm>
            <a:off x="1152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8" name="CustomShape 21"/>
          <p:cNvSpPr/>
          <p:nvPr/>
        </p:nvSpPr>
        <p:spPr>
          <a:xfrm>
            <a:off x="1800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89" name="CustomShape 22"/>
          <p:cNvSpPr/>
          <p:nvPr/>
        </p:nvSpPr>
        <p:spPr>
          <a:xfrm>
            <a:off x="2448000" y="3384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0" name="CustomShape 23"/>
          <p:cNvSpPr/>
          <p:nvPr/>
        </p:nvSpPr>
        <p:spPr>
          <a:xfrm>
            <a:off x="3096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1" name="CustomShape 24"/>
          <p:cNvSpPr/>
          <p:nvPr/>
        </p:nvSpPr>
        <p:spPr>
          <a:xfrm>
            <a:off x="3744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2" name="CustomShape 25"/>
          <p:cNvSpPr/>
          <p:nvPr/>
        </p:nvSpPr>
        <p:spPr>
          <a:xfrm>
            <a:off x="4392000" y="3384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3" name="TextShape 26"/>
          <p:cNvSpPr txBox="1"/>
          <p:nvPr/>
        </p:nvSpPr>
        <p:spPr>
          <a:xfrm>
            <a:off x="648000" y="3096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4" name="CustomShape 27"/>
          <p:cNvSpPr/>
          <p:nvPr/>
        </p:nvSpPr>
        <p:spPr>
          <a:xfrm>
            <a:off x="504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5" name="CustomShape 28"/>
          <p:cNvSpPr/>
          <p:nvPr/>
        </p:nvSpPr>
        <p:spPr>
          <a:xfrm>
            <a:off x="1152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6" name="CustomShape 29"/>
          <p:cNvSpPr/>
          <p:nvPr/>
        </p:nvSpPr>
        <p:spPr>
          <a:xfrm>
            <a:off x="1800000" y="4248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7" name="CustomShape 30"/>
          <p:cNvSpPr/>
          <p:nvPr/>
        </p:nvSpPr>
        <p:spPr>
          <a:xfrm>
            <a:off x="2448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8" name="CustomShape 31"/>
          <p:cNvSpPr/>
          <p:nvPr/>
        </p:nvSpPr>
        <p:spPr>
          <a:xfrm>
            <a:off x="3096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9" name="CustomShape 32"/>
          <p:cNvSpPr/>
          <p:nvPr/>
        </p:nvSpPr>
        <p:spPr>
          <a:xfrm>
            <a:off x="3744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0" name="CustomShape 33"/>
          <p:cNvSpPr/>
          <p:nvPr/>
        </p:nvSpPr>
        <p:spPr>
          <a:xfrm>
            <a:off x="4392000" y="4248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1" name="TextShape 34"/>
          <p:cNvSpPr txBox="1"/>
          <p:nvPr/>
        </p:nvSpPr>
        <p:spPr>
          <a:xfrm>
            <a:off x="648000" y="3960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2" name="CustomShape 35"/>
          <p:cNvSpPr/>
          <p:nvPr/>
        </p:nvSpPr>
        <p:spPr>
          <a:xfrm>
            <a:off x="504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3" name="CustomShape 36"/>
          <p:cNvSpPr/>
          <p:nvPr/>
        </p:nvSpPr>
        <p:spPr>
          <a:xfrm>
            <a:off x="1152000" y="5112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4" name="CustomShape 37"/>
          <p:cNvSpPr/>
          <p:nvPr/>
        </p:nvSpPr>
        <p:spPr>
          <a:xfrm>
            <a:off x="1800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5" name="CustomShape 38"/>
          <p:cNvSpPr/>
          <p:nvPr/>
        </p:nvSpPr>
        <p:spPr>
          <a:xfrm>
            <a:off x="2448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6" name="CustomShape 39"/>
          <p:cNvSpPr/>
          <p:nvPr/>
        </p:nvSpPr>
        <p:spPr>
          <a:xfrm>
            <a:off x="3096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7" name="CustomShape 40"/>
          <p:cNvSpPr/>
          <p:nvPr/>
        </p:nvSpPr>
        <p:spPr>
          <a:xfrm>
            <a:off x="3744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8" name="CustomShape 41"/>
          <p:cNvSpPr/>
          <p:nvPr/>
        </p:nvSpPr>
        <p:spPr>
          <a:xfrm>
            <a:off x="4392000" y="5112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9" name="TextShape 42"/>
          <p:cNvSpPr txBox="1"/>
          <p:nvPr/>
        </p:nvSpPr>
        <p:spPr>
          <a:xfrm>
            <a:off x="648000" y="4824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0" name="CustomShape 43"/>
          <p:cNvSpPr/>
          <p:nvPr/>
        </p:nvSpPr>
        <p:spPr>
          <a:xfrm>
            <a:off x="5112000" y="1656000"/>
            <a:ext cx="648000" cy="360000"/>
          </a:xfrm>
          <a:prstGeom prst="rect">
            <a:avLst/>
          </a:prstGeom>
          <a:solidFill>
            <a:srgbClr val="bee3d3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1" name="CustomShape 44"/>
          <p:cNvSpPr/>
          <p:nvPr/>
        </p:nvSpPr>
        <p:spPr>
          <a:xfrm>
            <a:off x="5760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2" name="CustomShape 45"/>
          <p:cNvSpPr/>
          <p:nvPr/>
        </p:nvSpPr>
        <p:spPr>
          <a:xfrm>
            <a:off x="6408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3" name="CustomShape 46"/>
          <p:cNvSpPr/>
          <p:nvPr/>
        </p:nvSpPr>
        <p:spPr>
          <a:xfrm>
            <a:off x="7056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4" name="CustomShape 47"/>
          <p:cNvSpPr/>
          <p:nvPr/>
        </p:nvSpPr>
        <p:spPr>
          <a:xfrm>
            <a:off x="7704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5" name="CustomShape 48"/>
          <p:cNvSpPr/>
          <p:nvPr/>
        </p:nvSpPr>
        <p:spPr>
          <a:xfrm>
            <a:off x="8352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6" name="CustomShape 49"/>
          <p:cNvSpPr/>
          <p:nvPr/>
        </p:nvSpPr>
        <p:spPr>
          <a:xfrm>
            <a:off x="9000000" y="1656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7" name="TextShape 50"/>
          <p:cNvSpPr txBox="1"/>
          <p:nvPr/>
        </p:nvSpPr>
        <p:spPr>
          <a:xfrm>
            <a:off x="5256000" y="1368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8" name="CustomShape 51"/>
          <p:cNvSpPr/>
          <p:nvPr/>
        </p:nvSpPr>
        <p:spPr>
          <a:xfrm>
            <a:off x="511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9" name="CustomShape 52"/>
          <p:cNvSpPr/>
          <p:nvPr/>
        </p:nvSpPr>
        <p:spPr>
          <a:xfrm>
            <a:off x="5760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0" name="CustomShape 53"/>
          <p:cNvSpPr/>
          <p:nvPr/>
        </p:nvSpPr>
        <p:spPr>
          <a:xfrm>
            <a:off x="6408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1" name="CustomShape 54"/>
          <p:cNvSpPr/>
          <p:nvPr/>
        </p:nvSpPr>
        <p:spPr>
          <a:xfrm>
            <a:off x="7056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2" name="CustomShape 55"/>
          <p:cNvSpPr/>
          <p:nvPr/>
        </p:nvSpPr>
        <p:spPr>
          <a:xfrm>
            <a:off x="7704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3" name="CustomShape 56"/>
          <p:cNvSpPr/>
          <p:nvPr/>
        </p:nvSpPr>
        <p:spPr>
          <a:xfrm>
            <a:off x="8352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4" name="CustomShape 57"/>
          <p:cNvSpPr/>
          <p:nvPr/>
        </p:nvSpPr>
        <p:spPr>
          <a:xfrm>
            <a:off x="9000000" y="2520000"/>
            <a:ext cx="648000" cy="360000"/>
          </a:xfrm>
          <a:prstGeom prst="rect">
            <a:avLst/>
          </a:prstGeom>
          <a:solidFill>
            <a:srgbClr val="fff200"/>
          </a:solidFill>
          <a:ln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/>
            <a:r>
              <a:rPr b="0" lang="en-IN" sz="1800" spc="-1" strike="noStrike">
                <a:latin typeface="Arial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5" name="TextShape 58"/>
          <p:cNvSpPr txBox="1"/>
          <p:nvPr/>
        </p:nvSpPr>
        <p:spPr>
          <a:xfrm>
            <a:off x="5256000" y="2232000"/>
            <a:ext cx="424800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IN" sz="1800" spc="-1" strike="noStrike">
                <a:latin typeface="Arial"/>
              </a:rPr>
              <a:t>0         1        2        3        4        5        6</a:t>
            </a:r>
            <a:endParaRPr b="0" lang="en-IN" sz="1800" spc="-1" strike="noStrike"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2020-02-10T12:04:57Z</dcterms:created>
  <dc:creator/>
  <dc:description/>
  <dc:language>en-IN</dc:language>
  <cp:lastModifiedBy/>
  <dcterms:modified xsi:type="dcterms:W3CDTF">2020-03-02T19:03:51Z</dcterms:modified>
  <cp:revision>32</cp:revision>
  <dc:subject/>
  <dc:title>Bright Blue</dc:title>
</cp:coreProperties>
</file>