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slide13.xml" ContentType="application/vnd.openxmlformats-officedocument.presentationml.slide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360000" y="1008000"/>
            <a:ext cx="7836480" cy="39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" name="CustomShape 2"/>
          <p:cNvSpPr/>
          <p:nvPr/>
        </p:nvSpPr>
        <p:spPr>
          <a:xfrm>
            <a:off x="3024000" y="263520"/>
            <a:ext cx="3991320" cy="44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3200" spc="-1" strike="noStrike">
                <a:solidFill>
                  <a:srgbClr val="ff3333"/>
                </a:solidFill>
                <a:latin typeface="Arial"/>
                <a:ea typeface="Droid Sans Fallback"/>
              </a:rPr>
              <a:t>Recursion Function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32000" y="1538640"/>
            <a:ext cx="9221760" cy="68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4"/>
          <p:cNvSpPr/>
          <p:nvPr/>
        </p:nvSpPr>
        <p:spPr>
          <a:xfrm>
            <a:off x="432000" y="2472120"/>
            <a:ext cx="9492480" cy="97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5"/>
          <p:cNvSpPr/>
          <p:nvPr/>
        </p:nvSpPr>
        <p:spPr>
          <a:xfrm>
            <a:off x="9619200" y="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3" name="CustomShape 6"/>
          <p:cNvSpPr/>
          <p:nvPr/>
        </p:nvSpPr>
        <p:spPr>
          <a:xfrm>
            <a:off x="288000" y="2520000"/>
            <a:ext cx="9777240" cy="68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3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If the recursion is happening continuously, so that once stack memory is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completely filled with function return addresses, then it leads to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segmentation fault.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" name="CustomShape 7"/>
          <p:cNvSpPr/>
          <p:nvPr/>
        </p:nvSpPr>
        <p:spPr>
          <a:xfrm>
            <a:off x="287640" y="1008000"/>
            <a:ext cx="8053920" cy="39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1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A function which is called by itself is called recursion function.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5" name="CustomShape 8"/>
          <p:cNvSpPr/>
          <p:nvPr/>
        </p:nvSpPr>
        <p:spPr>
          <a:xfrm>
            <a:off x="267480" y="1538280"/>
            <a:ext cx="9730080" cy="68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2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In recursive function, whenever a function is called stack memory is used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internally for storing the function return addresses.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CustomShape 9"/>
          <p:cNvSpPr/>
          <p:nvPr/>
        </p:nvSpPr>
        <p:spPr>
          <a:xfrm>
            <a:off x="307800" y="3814200"/>
            <a:ext cx="7457760" cy="42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Advantage :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It reduces code complexity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CustomShape 10"/>
          <p:cNvSpPr/>
          <p:nvPr/>
        </p:nvSpPr>
        <p:spPr>
          <a:xfrm>
            <a:off x="288000" y="4390200"/>
            <a:ext cx="9782280" cy="103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Disadvantages :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Takes more memory in stack.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makes slower in execution because of many push &amp; pop operations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88000" y="504000"/>
            <a:ext cx="3733200" cy="31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6096960" y="5040360"/>
            <a:ext cx="2953440" cy="135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4782240" y="3600000"/>
            <a:ext cx="3054960" cy="135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4"/>
          <p:cNvSpPr/>
          <p:nvPr/>
        </p:nvSpPr>
        <p:spPr>
          <a:xfrm>
            <a:off x="4824000" y="2304000"/>
            <a:ext cx="3054960" cy="135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5"/>
          <p:cNvSpPr/>
          <p:nvPr/>
        </p:nvSpPr>
        <p:spPr>
          <a:xfrm>
            <a:off x="4824000" y="990000"/>
            <a:ext cx="2481840" cy="135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6"/>
          <p:cNvSpPr/>
          <p:nvPr/>
        </p:nvSpPr>
        <p:spPr>
          <a:xfrm>
            <a:off x="5871600" y="7214040"/>
            <a:ext cx="95904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CustomShape 7"/>
          <p:cNvSpPr/>
          <p:nvPr/>
        </p:nvSpPr>
        <p:spPr>
          <a:xfrm>
            <a:off x="6552000" y="560304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CustomShape 8"/>
          <p:cNvSpPr/>
          <p:nvPr/>
        </p:nvSpPr>
        <p:spPr>
          <a:xfrm>
            <a:off x="168480" y="677880"/>
            <a:ext cx="4501080" cy="50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  //0x1000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printf("before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 //0x1004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printf("after fun()...\n");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printf(“x = %d\n”,x);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  //0x2000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      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fun(); //0x2004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" name="CustomShape 9"/>
          <p:cNvSpPr/>
          <p:nvPr/>
        </p:nvSpPr>
        <p:spPr>
          <a:xfrm>
            <a:off x="4895640" y="144360"/>
            <a:ext cx="2725560" cy="7045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10"/>
          <p:cNvSpPr/>
          <p:nvPr/>
        </p:nvSpPr>
        <p:spPr>
          <a:xfrm>
            <a:off x="4967640" y="640836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CustomShape 11"/>
          <p:cNvSpPr/>
          <p:nvPr/>
        </p:nvSpPr>
        <p:spPr>
          <a:xfrm>
            <a:off x="4967640" y="50583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12"/>
          <p:cNvSpPr/>
          <p:nvPr/>
        </p:nvSpPr>
        <p:spPr>
          <a:xfrm>
            <a:off x="6623640" y="55443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CustomShape 13"/>
          <p:cNvSpPr/>
          <p:nvPr/>
        </p:nvSpPr>
        <p:spPr>
          <a:xfrm>
            <a:off x="6407640" y="52563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CustomShape 14"/>
          <p:cNvSpPr/>
          <p:nvPr/>
        </p:nvSpPr>
        <p:spPr>
          <a:xfrm>
            <a:off x="5255640" y="54723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" name="CustomShape 15"/>
          <p:cNvSpPr/>
          <p:nvPr/>
        </p:nvSpPr>
        <p:spPr>
          <a:xfrm>
            <a:off x="5327640" y="511236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CustomShape 16"/>
          <p:cNvSpPr/>
          <p:nvPr/>
        </p:nvSpPr>
        <p:spPr>
          <a:xfrm>
            <a:off x="5039640" y="5884200"/>
            <a:ext cx="89856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CustomShape 17"/>
          <p:cNvSpPr/>
          <p:nvPr/>
        </p:nvSpPr>
        <p:spPr>
          <a:xfrm>
            <a:off x="7632360" y="5112000"/>
            <a:ext cx="2365560" cy="150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printf("before fun()\n");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printf("after fun()...\n");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printf(“x = %d\n”,x);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CustomShape 18"/>
          <p:cNvSpPr/>
          <p:nvPr/>
        </p:nvSpPr>
        <p:spPr>
          <a:xfrm>
            <a:off x="4967640" y="36903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19"/>
          <p:cNvSpPr/>
          <p:nvPr/>
        </p:nvSpPr>
        <p:spPr>
          <a:xfrm>
            <a:off x="7631640" y="3772080"/>
            <a:ext cx="2653560" cy="118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CustomShape 20"/>
          <p:cNvSpPr/>
          <p:nvPr/>
        </p:nvSpPr>
        <p:spPr>
          <a:xfrm>
            <a:off x="5255640" y="381636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CustomShape 21"/>
          <p:cNvSpPr/>
          <p:nvPr/>
        </p:nvSpPr>
        <p:spPr>
          <a:xfrm>
            <a:off x="5183640" y="41763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" name="CustomShape 22"/>
          <p:cNvSpPr/>
          <p:nvPr/>
        </p:nvSpPr>
        <p:spPr>
          <a:xfrm>
            <a:off x="4993560" y="4606200"/>
            <a:ext cx="94464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CustomShape 23"/>
          <p:cNvSpPr/>
          <p:nvPr/>
        </p:nvSpPr>
        <p:spPr>
          <a:xfrm>
            <a:off x="6407640" y="39135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CustomShape 24"/>
          <p:cNvSpPr/>
          <p:nvPr/>
        </p:nvSpPr>
        <p:spPr>
          <a:xfrm>
            <a:off x="6623640" y="41763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CustomShape 25"/>
          <p:cNvSpPr/>
          <p:nvPr/>
        </p:nvSpPr>
        <p:spPr>
          <a:xfrm>
            <a:off x="4967640" y="23043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26"/>
          <p:cNvSpPr/>
          <p:nvPr/>
        </p:nvSpPr>
        <p:spPr>
          <a:xfrm>
            <a:off x="5255640" y="243036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CustomShape 27"/>
          <p:cNvSpPr/>
          <p:nvPr/>
        </p:nvSpPr>
        <p:spPr>
          <a:xfrm>
            <a:off x="5183640" y="27903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" name="CustomShape 28"/>
          <p:cNvSpPr/>
          <p:nvPr/>
        </p:nvSpPr>
        <p:spPr>
          <a:xfrm>
            <a:off x="4993560" y="3220200"/>
            <a:ext cx="94464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CustomShape 29"/>
          <p:cNvSpPr/>
          <p:nvPr/>
        </p:nvSpPr>
        <p:spPr>
          <a:xfrm>
            <a:off x="6407640" y="25275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CustomShape 30"/>
          <p:cNvSpPr/>
          <p:nvPr/>
        </p:nvSpPr>
        <p:spPr>
          <a:xfrm>
            <a:off x="6623640" y="27903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CustomShape 31"/>
          <p:cNvSpPr/>
          <p:nvPr/>
        </p:nvSpPr>
        <p:spPr>
          <a:xfrm>
            <a:off x="4967640" y="9543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2"/>
          <p:cNvSpPr/>
          <p:nvPr/>
        </p:nvSpPr>
        <p:spPr>
          <a:xfrm>
            <a:off x="5255640" y="108036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" name="CustomShape 33"/>
          <p:cNvSpPr/>
          <p:nvPr/>
        </p:nvSpPr>
        <p:spPr>
          <a:xfrm>
            <a:off x="5183640" y="14403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CustomShape 34"/>
          <p:cNvSpPr/>
          <p:nvPr/>
        </p:nvSpPr>
        <p:spPr>
          <a:xfrm>
            <a:off x="4993560" y="1870200"/>
            <a:ext cx="94464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CustomShape 35"/>
          <p:cNvSpPr/>
          <p:nvPr/>
        </p:nvSpPr>
        <p:spPr>
          <a:xfrm>
            <a:off x="6407640" y="11775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CustomShape 36"/>
          <p:cNvSpPr/>
          <p:nvPr/>
        </p:nvSpPr>
        <p:spPr>
          <a:xfrm>
            <a:off x="6623640" y="14403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CustomShape 37"/>
          <p:cNvSpPr/>
          <p:nvPr/>
        </p:nvSpPr>
        <p:spPr>
          <a:xfrm>
            <a:off x="7632360" y="2332080"/>
            <a:ext cx="2653560" cy="118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CustomShape 38"/>
          <p:cNvSpPr/>
          <p:nvPr/>
        </p:nvSpPr>
        <p:spPr>
          <a:xfrm>
            <a:off x="7632360" y="964080"/>
            <a:ext cx="2653560" cy="118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CustomShape 39"/>
          <p:cNvSpPr/>
          <p:nvPr/>
        </p:nvSpPr>
        <p:spPr>
          <a:xfrm>
            <a:off x="4967640" y="216360"/>
            <a:ext cx="2581560" cy="63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" name="CustomShape 40"/>
          <p:cNvSpPr/>
          <p:nvPr/>
        </p:nvSpPr>
        <p:spPr>
          <a:xfrm>
            <a:off x="9619200" y="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8" name="CustomShape 41"/>
          <p:cNvSpPr/>
          <p:nvPr/>
        </p:nvSpPr>
        <p:spPr>
          <a:xfrm>
            <a:off x="6669000" y="5990040"/>
            <a:ext cx="8100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" name="CustomShape 42"/>
          <p:cNvSpPr/>
          <p:nvPr/>
        </p:nvSpPr>
        <p:spPr>
          <a:xfrm>
            <a:off x="6767640" y="518040"/>
            <a:ext cx="5673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" name="CustomShape 43"/>
          <p:cNvSpPr/>
          <p:nvPr/>
        </p:nvSpPr>
        <p:spPr>
          <a:xfrm>
            <a:off x="6767640" y="4622040"/>
            <a:ext cx="6393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CustomShape 44"/>
          <p:cNvSpPr/>
          <p:nvPr/>
        </p:nvSpPr>
        <p:spPr>
          <a:xfrm>
            <a:off x="6767640" y="3240360"/>
            <a:ext cx="5673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CustomShape 45"/>
          <p:cNvSpPr/>
          <p:nvPr/>
        </p:nvSpPr>
        <p:spPr>
          <a:xfrm>
            <a:off x="6767640" y="1886040"/>
            <a:ext cx="7113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" name="Line 46"/>
          <p:cNvSpPr/>
          <p:nvPr/>
        </p:nvSpPr>
        <p:spPr>
          <a:xfrm>
            <a:off x="8352000" y="5976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Line 47"/>
          <p:cNvSpPr/>
          <p:nvPr/>
        </p:nvSpPr>
        <p:spPr>
          <a:xfrm flipV="1">
            <a:off x="9864000" y="48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Line 48"/>
          <p:cNvSpPr/>
          <p:nvPr/>
        </p:nvSpPr>
        <p:spPr>
          <a:xfrm flipH="1">
            <a:off x="9057600" y="4824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Line 49"/>
          <p:cNvSpPr/>
          <p:nvPr/>
        </p:nvSpPr>
        <p:spPr>
          <a:xfrm>
            <a:off x="8424000" y="3312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Line 50"/>
          <p:cNvSpPr/>
          <p:nvPr/>
        </p:nvSpPr>
        <p:spPr>
          <a:xfrm flipV="1">
            <a:off x="9936000" y="216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Line 51"/>
          <p:cNvSpPr/>
          <p:nvPr/>
        </p:nvSpPr>
        <p:spPr>
          <a:xfrm flipH="1">
            <a:off x="9129600" y="2160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Line 52"/>
          <p:cNvSpPr/>
          <p:nvPr/>
        </p:nvSpPr>
        <p:spPr>
          <a:xfrm>
            <a:off x="8352000" y="4680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Line 53"/>
          <p:cNvSpPr/>
          <p:nvPr/>
        </p:nvSpPr>
        <p:spPr>
          <a:xfrm flipV="1">
            <a:off x="9864000" y="35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Line 54"/>
          <p:cNvSpPr/>
          <p:nvPr/>
        </p:nvSpPr>
        <p:spPr>
          <a:xfrm flipH="1">
            <a:off x="9057600" y="3528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Line 55"/>
          <p:cNvSpPr/>
          <p:nvPr/>
        </p:nvSpPr>
        <p:spPr>
          <a:xfrm>
            <a:off x="8424000" y="1944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Line 56"/>
          <p:cNvSpPr/>
          <p:nvPr/>
        </p:nvSpPr>
        <p:spPr>
          <a:xfrm flipV="1">
            <a:off x="9936000" y="79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Line 57"/>
          <p:cNvSpPr/>
          <p:nvPr/>
        </p:nvSpPr>
        <p:spPr>
          <a:xfrm flipH="1">
            <a:off x="9129600" y="792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Line 58"/>
          <p:cNvSpPr/>
          <p:nvPr/>
        </p:nvSpPr>
        <p:spPr>
          <a:xfrm flipH="1">
            <a:off x="4536000" y="64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Line 59"/>
          <p:cNvSpPr/>
          <p:nvPr/>
        </p:nvSpPr>
        <p:spPr>
          <a:xfrm>
            <a:off x="4536000" y="64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Line 60"/>
          <p:cNvSpPr/>
          <p:nvPr/>
        </p:nvSpPr>
        <p:spPr>
          <a:xfrm>
            <a:off x="4536000" y="180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Line 61"/>
          <p:cNvSpPr/>
          <p:nvPr/>
        </p:nvSpPr>
        <p:spPr>
          <a:xfrm flipH="1">
            <a:off x="4536000" y="194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Line 62"/>
          <p:cNvSpPr/>
          <p:nvPr/>
        </p:nvSpPr>
        <p:spPr>
          <a:xfrm>
            <a:off x="4536000" y="194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Line 63"/>
          <p:cNvSpPr/>
          <p:nvPr/>
        </p:nvSpPr>
        <p:spPr>
          <a:xfrm>
            <a:off x="4536000" y="309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Line 64"/>
          <p:cNvSpPr/>
          <p:nvPr/>
        </p:nvSpPr>
        <p:spPr>
          <a:xfrm flipH="1">
            <a:off x="4536000" y="453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Line 65"/>
          <p:cNvSpPr/>
          <p:nvPr/>
        </p:nvSpPr>
        <p:spPr>
          <a:xfrm>
            <a:off x="4536000" y="453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Line 66"/>
          <p:cNvSpPr/>
          <p:nvPr/>
        </p:nvSpPr>
        <p:spPr>
          <a:xfrm>
            <a:off x="4536000" y="568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Line 67"/>
          <p:cNvSpPr/>
          <p:nvPr/>
        </p:nvSpPr>
        <p:spPr>
          <a:xfrm flipH="1">
            <a:off x="4536000" y="324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Line 68"/>
          <p:cNvSpPr/>
          <p:nvPr/>
        </p:nvSpPr>
        <p:spPr>
          <a:xfrm>
            <a:off x="4536000" y="324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Line 69"/>
          <p:cNvSpPr/>
          <p:nvPr/>
        </p:nvSpPr>
        <p:spPr>
          <a:xfrm>
            <a:off x="4536000" y="439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Line 70"/>
          <p:cNvSpPr/>
          <p:nvPr/>
        </p:nvSpPr>
        <p:spPr>
          <a:xfrm flipH="1">
            <a:off x="4536000" y="58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Line 71"/>
          <p:cNvSpPr/>
          <p:nvPr/>
        </p:nvSpPr>
        <p:spPr>
          <a:xfrm>
            <a:off x="4536000" y="58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Line 72"/>
          <p:cNvSpPr/>
          <p:nvPr/>
        </p:nvSpPr>
        <p:spPr>
          <a:xfrm>
            <a:off x="4536000" y="69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47600" y="432360"/>
            <a:ext cx="4519080" cy="608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//0x1003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 //0x2000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//0x2004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6002640" y="7213680"/>
            <a:ext cx="97200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6683040" y="560268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5026680" y="144000"/>
            <a:ext cx="2725560" cy="7045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5"/>
          <p:cNvSpPr/>
          <p:nvPr/>
        </p:nvSpPr>
        <p:spPr>
          <a:xfrm>
            <a:off x="5098680" y="640800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" name="CustomShape 6"/>
          <p:cNvSpPr/>
          <p:nvPr/>
        </p:nvSpPr>
        <p:spPr>
          <a:xfrm>
            <a:off x="5112000" y="5075280"/>
            <a:ext cx="2581560" cy="125028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7"/>
          <p:cNvSpPr/>
          <p:nvPr/>
        </p:nvSpPr>
        <p:spPr>
          <a:xfrm>
            <a:off x="6682680" y="557928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7" name="CustomShape 8"/>
          <p:cNvSpPr/>
          <p:nvPr/>
        </p:nvSpPr>
        <p:spPr>
          <a:xfrm>
            <a:off x="6466680" y="529128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CustomShape 9"/>
          <p:cNvSpPr/>
          <p:nvPr/>
        </p:nvSpPr>
        <p:spPr>
          <a:xfrm>
            <a:off x="5098680" y="369000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10"/>
          <p:cNvSpPr/>
          <p:nvPr/>
        </p:nvSpPr>
        <p:spPr>
          <a:xfrm>
            <a:off x="5386680" y="381600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5314680" y="417600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CustomShape 12"/>
          <p:cNvSpPr/>
          <p:nvPr/>
        </p:nvSpPr>
        <p:spPr>
          <a:xfrm>
            <a:off x="5124600" y="4605840"/>
            <a:ext cx="90504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2" name="CustomShape 13"/>
          <p:cNvSpPr/>
          <p:nvPr/>
        </p:nvSpPr>
        <p:spPr>
          <a:xfrm>
            <a:off x="6538680" y="391320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CustomShape 14"/>
          <p:cNvSpPr/>
          <p:nvPr/>
        </p:nvSpPr>
        <p:spPr>
          <a:xfrm>
            <a:off x="6754680" y="417600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CustomShape 15"/>
          <p:cNvSpPr/>
          <p:nvPr/>
        </p:nvSpPr>
        <p:spPr>
          <a:xfrm>
            <a:off x="5098680" y="230400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16"/>
          <p:cNvSpPr/>
          <p:nvPr/>
        </p:nvSpPr>
        <p:spPr>
          <a:xfrm>
            <a:off x="5386680" y="243000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" name="CustomShape 17"/>
          <p:cNvSpPr/>
          <p:nvPr/>
        </p:nvSpPr>
        <p:spPr>
          <a:xfrm>
            <a:off x="5314680" y="279000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" name="CustomShape 18"/>
          <p:cNvSpPr/>
          <p:nvPr/>
        </p:nvSpPr>
        <p:spPr>
          <a:xfrm>
            <a:off x="5124600" y="3219840"/>
            <a:ext cx="90504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CustomShape 19"/>
          <p:cNvSpPr/>
          <p:nvPr/>
        </p:nvSpPr>
        <p:spPr>
          <a:xfrm>
            <a:off x="6538680" y="252720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CustomShape 20"/>
          <p:cNvSpPr/>
          <p:nvPr/>
        </p:nvSpPr>
        <p:spPr>
          <a:xfrm>
            <a:off x="6754680" y="279000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CustomShape 21"/>
          <p:cNvSpPr/>
          <p:nvPr/>
        </p:nvSpPr>
        <p:spPr>
          <a:xfrm>
            <a:off x="5098680" y="95400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22"/>
          <p:cNvSpPr/>
          <p:nvPr/>
        </p:nvSpPr>
        <p:spPr>
          <a:xfrm>
            <a:off x="5386680" y="108000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CustomShape 23"/>
          <p:cNvSpPr/>
          <p:nvPr/>
        </p:nvSpPr>
        <p:spPr>
          <a:xfrm>
            <a:off x="5314680" y="144000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" name="CustomShape 24"/>
          <p:cNvSpPr/>
          <p:nvPr/>
        </p:nvSpPr>
        <p:spPr>
          <a:xfrm>
            <a:off x="5124600" y="1869840"/>
            <a:ext cx="90504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CustomShape 25"/>
          <p:cNvSpPr/>
          <p:nvPr/>
        </p:nvSpPr>
        <p:spPr>
          <a:xfrm>
            <a:off x="6538680" y="117720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CustomShape 26"/>
          <p:cNvSpPr/>
          <p:nvPr/>
        </p:nvSpPr>
        <p:spPr>
          <a:xfrm>
            <a:off x="6754680" y="144000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CustomShape 27"/>
          <p:cNvSpPr/>
          <p:nvPr/>
        </p:nvSpPr>
        <p:spPr>
          <a:xfrm>
            <a:off x="5098680" y="216000"/>
            <a:ext cx="2581560" cy="63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CustomShape 28"/>
          <p:cNvSpPr/>
          <p:nvPr/>
        </p:nvSpPr>
        <p:spPr>
          <a:xfrm>
            <a:off x="7834680" y="5353920"/>
            <a:ext cx="2365560" cy="107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8" name="CustomShape 29"/>
          <p:cNvSpPr/>
          <p:nvPr/>
        </p:nvSpPr>
        <p:spPr>
          <a:xfrm>
            <a:off x="6899040" y="4656960"/>
            <a:ext cx="5799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CustomShape 30"/>
          <p:cNvSpPr/>
          <p:nvPr/>
        </p:nvSpPr>
        <p:spPr>
          <a:xfrm>
            <a:off x="6904800" y="3275280"/>
            <a:ext cx="5742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" name="CustomShape 31"/>
          <p:cNvSpPr/>
          <p:nvPr/>
        </p:nvSpPr>
        <p:spPr>
          <a:xfrm>
            <a:off x="6904800" y="1907280"/>
            <a:ext cx="5022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" name="CustomShape 32"/>
          <p:cNvSpPr/>
          <p:nvPr/>
        </p:nvSpPr>
        <p:spPr>
          <a:xfrm>
            <a:off x="7042680" y="517680"/>
            <a:ext cx="50832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" name="CustomShape 33"/>
          <p:cNvSpPr/>
          <p:nvPr/>
        </p:nvSpPr>
        <p:spPr>
          <a:xfrm>
            <a:off x="7690680" y="59544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CustomShape 34"/>
          <p:cNvSpPr/>
          <p:nvPr/>
        </p:nvSpPr>
        <p:spPr>
          <a:xfrm>
            <a:off x="7690680" y="351072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CustomShape 35"/>
          <p:cNvSpPr/>
          <p:nvPr/>
        </p:nvSpPr>
        <p:spPr>
          <a:xfrm>
            <a:off x="7677000" y="207072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5" name="CustomShape 36"/>
          <p:cNvSpPr/>
          <p:nvPr/>
        </p:nvSpPr>
        <p:spPr>
          <a:xfrm>
            <a:off x="9619200" y="-972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6" name="Line 37"/>
          <p:cNvSpPr/>
          <p:nvPr/>
        </p:nvSpPr>
        <p:spPr>
          <a:xfrm>
            <a:off x="8640000" y="6192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Line 38"/>
          <p:cNvSpPr/>
          <p:nvPr/>
        </p:nvSpPr>
        <p:spPr>
          <a:xfrm flipV="1">
            <a:off x="9720000" y="4896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39"/>
          <p:cNvSpPr/>
          <p:nvPr/>
        </p:nvSpPr>
        <p:spPr>
          <a:xfrm flipH="1">
            <a:off x="9144000" y="4896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Line 40"/>
          <p:cNvSpPr/>
          <p:nvPr/>
        </p:nvSpPr>
        <p:spPr>
          <a:xfrm>
            <a:off x="8640000" y="468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Line 41"/>
          <p:cNvSpPr/>
          <p:nvPr/>
        </p:nvSpPr>
        <p:spPr>
          <a:xfrm flipV="1">
            <a:off x="9720000" y="338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Line 42"/>
          <p:cNvSpPr/>
          <p:nvPr/>
        </p:nvSpPr>
        <p:spPr>
          <a:xfrm flipH="1">
            <a:off x="9144000" y="338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Line 43"/>
          <p:cNvSpPr/>
          <p:nvPr/>
        </p:nvSpPr>
        <p:spPr>
          <a:xfrm>
            <a:off x="8640000" y="324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Line 44"/>
          <p:cNvSpPr/>
          <p:nvPr/>
        </p:nvSpPr>
        <p:spPr>
          <a:xfrm flipV="1">
            <a:off x="9720000" y="194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Line 45"/>
          <p:cNvSpPr/>
          <p:nvPr/>
        </p:nvSpPr>
        <p:spPr>
          <a:xfrm flipH="1">
            <a:off x="9144000" y="194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Line 46"/>
          <p:cNvSpPr/>
          <p:nvPr/>
        </p:nvSpPr>
        <p:spPr>
          <a:xfrm>
            <a:off x="8640000" y="180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Line 47"/>
          <p:cNvSpPr/>
          <p:nvPr/>
        </p:nvSpPr>
        <p:spPr>
          <a:xfrm flipV="1">
            <a:off x="9720000" y="50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48"/>
          <p:cNvSpPr/>
          <p:nvPr/>
        </p:nvSpPr>
        <p:spPr>
          <a:xfrm flipH="1">
            <a:off x="9144000" y="50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Line 49"/>
          <p:cNvSpPr/>
          <p:nvPr/>
        </p:nvSpPr>
        <p:spPr>
          <a:xfrm flipH="1">
            <a:off x="466704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50"/>
          <p:cNvSpPr/>
          <p:nvPr/>
        </p:nvSpPr>
        <p:spPr>
          <a:xfrm>
            <a:off x="466704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51"/>
          <p:cNvSpPr/>
          <p:nvPr/>
        </p:nvSpPr>
        <p:spPr>
          <a:xfrm>
            <a:off x="466704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52"/>
          <p:cNvSpPr/>
          <p:nvPr/>
        </p:nvSpPr>
        <p:spPr>
          <a:xfrm flipH="1">
            <a:off x="466704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53"/>
          <p:cNvSpPr/>
          <p:nvPr/>
        </p:nvSpPr>
        <p:spPr>
          <a:xfrm>
            <a:off x="466704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Line 54"/>
          <p:cNvSpPr/>
          <p:nvPr/>
        </p:nvSpPr>
        <p:spPr>
          <a:xfrm>
            <a:off x="466704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Line 55"/>
          <p:cNvSpPr/>
          <p:nvPr/>
        </p:nvSpPr>
        <p:spPr>
          <a:xfrm flipH="1">
            <a:off x="466704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56"/>
          <p:cNvSpPr/>
          <p:nvPr/>
        </p:nvSpPr>
        <p:spPr>
          <a:xfrm>
            <a:off x="466704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Line 57"/>
          <p:cNvSpPr/>
          <p:nvPr/>
        </p:nvSpPr>
        <p:spPr>
          <a:xfrm>
            <a:off x="466704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Line 58"/>
          <p:cNvSpPr/>
          <p:nvPr/>
        </p:nvSpPr>
        <p:spPr>
          <a:xfrm flipH="1">
            <a:off x="466704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Line 59"/>
          <p:cNvSpPr/>
          <p:nvPr/>
        </p:nvSpPr>
        <p:spPr>
          <a:xfrm>
            <a:off x="466704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Line 60"/>
          <p:cNvSpPr/>
          <p:nvPr/>
        </p:nvSpPr>
        <p:spPr>
          <a:xfrm>
            <a:off x="466704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Line 61"/>
          <p:cNvSpPr/>
          <p:nvPr/>
        </p:nvSpPr>
        <p:spPr>
          <a:xfrm flipH="1">
            <a:off x="466704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Line 62"/>
          <p:cNvSpPr/>
          <p:nvPr/>
        </p:nvSpPr>
        <p:spPr>
          <a:xfrm>
            <a:off x="466704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Line 63"/>
          <p:cNvSpPr/>
          <p:nvPr/>
        </p:nvSpPr>
        <p:spPr>
          <a:xfrm>
            <a:off x="466704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64"/>
          <p:cNvSpPr/>
          <p:nvPr/>
        </p:nvSpPr>
        <p:spPr>
          <a:xfrm>
            <a:off x="6768000" y="5976000"/>
            <a:ext cx="7110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202320" y="288000"/>
            <a:ext cx="4364280" cy="39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9619200" y="-972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6087960" y="7143120"/>
            <a:ext cx="88668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6768360" y="553212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5112000" y="73440"/>
            <a:ext cx="2725560" cy="7045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6"/>
          <p:cNvSpPr/>
          <p:nvPr/>
        </p:nvSpPr>
        <p:spPr>
          <a:xfrm>
            <a:off x="5184000" y="633744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0" name="CustomShape 7"/>
          <p:cNvSpPr/>
          <p:nvPr/>
        </p:nvSpPr>
        <p:spPr>
          <a:xfrm>
            <a:off x="5184000" y="5004720"/>
            <a:ext cx="2581560" cy="125028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8"/>
          <p:cNvSpPr/>
          <p:nvPr/>
        </p:nvSpPr>
        <p:spPr>
          <a:xfrm>
            <a:off x="6768000" y="550872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CustomShape 9"/>
          <p:cNvSpPr/>
          <p:nvPr/>
        </p:nvSpPr>
        <p:spPr>
          <a:xfrm>
            <a:off x="6552000" y="522072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CustomShape 10"/>
          <p:cNvSpPr/>
          <p:nvPr/>
        </p:nvSpPr>
        <p:spPr>
          <a:xfrm>
            <a:off x="5184000" y="361944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CustomShape 11"/>
          <p:cNvSpPr/>
          <p:nvPr/>
        </p:nvSpPr>
        <p:spPr>
          <a:xfrm>
            <a:off x="6624000" y="38426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CustomShape 12"/>
          <p:cNvSpPr/>
          <p:nvPr/>
        </p:nvSpPr>
        <p:spPr>
          <a:xfrm>
            <a:off x="6840000" y="4105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CustomShape 13"/>
          <p:cNvSpPr/>
          <p:nvPr/>
        </p:nvSpPr>
        <p:spPr>
          <a:xfrm>
            <a:off x="5184000" y="223344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14"/>
          <p:cNvSpPr/>
          <p:nvPr/>
        </p:nvSpPr>
        <p:spPr>
          <a:xfrm>
            <a:off x="6624000" y="24566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CustomShape 15"/>
          <p:cNvSpPr/>
          <p:nvPr/>
        </p:nvSpPr>
        <p:spPr>
          <a:xfrm>
            <a:off x="6840000" y="2719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CustomShape 16"/>
          <p:cNvSpPr/>
          <p:nvPr/>
        </p:nvSpPr>
        <p:spPr>
          <a:xfrm>
            <a:off x="5184000" y="88344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17"/>
          <p:cNvSpPr/>
          <p:nvPr/>
        </p:nvSpPr>
        <p:spPr>
          <a:xfrm>
            <a:off x="6624000" y="11066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CustomShape 18"/>
          <p:cNvSpPr/>
          <p:nvPr/>
        </p:nvSpPr>
        <p:spPr>
          <a:xfrm>
            <a:off x="6840000" y="1369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CustomShape 19"/>
          <p:cNvSpPr/>
          <p:nvPr/>
        </p:nvSpPr>
        <p:spPr>
          <a:xfrm>
            <a:off x="5184000" y="145440"/>
            <a:ext cx="2581560" cy="63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3" name="CustomShape 20"/>
          <p:cNvSpPr/>
          <p:nvPr/>
        </p:nvSpPr>
        <p:spPr>
          <a:xfrm>
            <a:off x="7847640" y="5319000"/>
            <a:ext cx="2365560" cy="107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CustomShape 21"/>
          <p:cNvSpPr/>
          <p:nvPr/>
        </p:nvSpPr>
        <p:spPr>
          <a:xfrm>
            <a:off x="6984360" y="4586400"/>
            <a:ext cx="638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5" name="CustomShape 22"/>
          <p:cNvSpPr/>
          <p:nvPr/>
        </p:nvSpPr>
        <p:spPr>
          <a:xfrm>
            <a:off x="6990120" y="3204720"/>
            <a:ext cx="5608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6" name="CustomShape 23"/>
          <p:cNvSpPr/>
          <p:nvPr/>
        </p:nvSpPr>
        <p:spPr>
          <a:xfrm>
            <a:off x="6990120" y="1836720"/>
            <a:ext cx="5608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7" name="CustomShape 24"/>
          <p:cNvSpPr/>
          <p:nvPr/>
        </p:nvSpPr>
        <p:spPr>
          <a:xfrm>
            <a:off x="7128000" y="447120"/>
            <a:ext cx="637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8" name="CustomShape 25"/>
          <p:cNvSpPr/>
          <p:nvPr/>
        </p:nvSpPr>
        <p:spPr>
          <a:xfrm>
            <a:off x="7775640" y="37980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CustomShape 26"/>
          <p:cNvSpPr/>
          <p:nvPr/>
        </p:nvSpPr>
        <p:spPr>
          <a:xfrm>
            <a:off x="7775640" y="354780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0" name="CustomShape 27"/>
          <p:cNvSpPr/>
          <p:nvPr/>
        </p:nvSpPr>
        <p:spPr>
          <a:xfrm>
            <a:off x="7762320" y="194724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CustomShape 28"/>
          <p:cNvSpPr/>
          <p:nvPr/>
        </p:nvSpPr>
        <p:spPr>
          <a:xfrm>
            <a:off x="288000" y="4608000"/>
            <a:ext cx="2797560" cy="1861560"/>
          </a:xfrm>
          <a:prstGeom prst="rect">
            <a:avLst/>
          </a:prstGeom>
          <a:solidFill>
            <a:srgbClr val="cfe7f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CustomShape 29"/>
          <p:cNvSpPr/>
          <p:nvPr/>
        </p:nvSpPr>
        <p:spPr>
          <a:xfrm>
            <a:off x="1440000" y="5112000"/>
            <a:ext cx="493560" cy="421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3" name="CustomShape 30"/>
          <p:cNvSpPr/>
          <p:nvPr/>
        </p:nvSpPr>
        <p:spPr>
          <a:xfrm>
            <a:off x="1568880" y="4752000"/>
            <a:ext cx="220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4" name="CustomShape 31"/>
          <p:cNvSpPr/>
          <p:nvPr/>
        </p:nvSpPr>
        <p:spPr>
          <a:xfrm>
            <a:off x="1224000" y="5557680"/>
            <a:ext cx="10566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5" name="CustomShape 32"/>
          <p:cNvSpPr/>
          <p:nvPr/>
        </p:nvSpPr>
        <p:spPr>
          <a:xfrm>
            <a:off x="2232000" y="6061680"/>
            <a:ext cx="7830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6" name="CustomShape 33"/>
          <p:cNvSpPr/>
          <p:nvPr/>
        </p:nvSpPr>
        <p:spPr>
          <a:xfrm>
            <a:off x="1944000" y="5184000"/>
            <a:ext cx="296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7" name="CustomShape 34"/>
          <p:cNvSpPr/>
          <p:nvPr/>
        </p:nvSpPr>
        <p:spPr>
          <a:xfrm>
            <a:off x="2140920" y="5184000"/>
            <a:ext cx="296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8" name="CustomShape 35"/>
          <p:cNvSpPr/>
          <p:nvPr/>
        </p:nvSpPr>
        <p:spPr>
          <a:xfrm>
            <a:off x="2376000" y="5184000"/>
            <a:ext cx="296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9" name="Line 36"/>
          <p:cNvSpPr/>
          <p:nvPr/>
        </p:nvSpPr>
        <p:spPr>
          <a:xfrm flipH="1">
            <a:off x="1584000" y="5256000"/>
            <a:ext cx="216000" cy="144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Line 37"/>
          <p:cNvSpPr/>
          <p:nvPr/>
        </p:nvSpPr>
        <p:spPr>
          <a:xfrm flipH="1">
            <a:off x="2016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Line 38"/>
          <p:cNvSpPr/>
          <p:nvPr/>
        </p:nvSpPr>
        <p:spPr>
          <a:xfrm flipH="1">
            <a:off x="2232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Line 39"/>
          <p:cNvSpPr/>
          <p:nvPr/>
        </p:nvSpPr>
        <p:spPr>
          <a:xfrm flipH="1">
            <a:off x="2448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40"/>
          <p:cNvSpPr/>
          <p:nvPr/>
        </p:nvSpPr>
        <p:spPr>
          <a:xfrm>
            <a:off x="2592000" y="5198040"/>
            <a:ext cx="296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4" name="Line 41"/>
          <p:cNvSpPr/>
          <p:nvPr/>
        </p:nvSpPr>
        <p:spPr>
          <a:xfrm>
            <a:off x="8640000" y="614304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Line 42"/>
          <p:cNvSpPr/>
          <p:nvPr/>
        </p:nvSpPr>
        <p:spPr>
          <a:xfrm flipV="1">
            <a:off x="9720000" y="484704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Line 43"/>
          <p:cNvSpPr/>
          <p:nvPr/>
        </p:nvSpPr>
        <p:spPr>
          <a:xfrm flipH="1">
            <a:off x="9144000" y="484704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Line 44"/>
          <p:cNvSpPr/>
          <p:nvPr/>
        </p:nvSpPr>
        <p:spPr>
          <a:xfrm>
            <a:off x="8640000" y="4752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Line 45"/>
          <p:cNvSpPr/>
          <p:nvPr/>
        </p:nvSpPr>
        <p:spPr>
          <a:xfrm flipV="1">
            <a:off x="9720000" y="3456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Line 46"/>
          <p:cNvSpPr/>
          <p:nvPr/>
        </p:nvSpPr>
        <p:spPr>
          <a:xfrm flipH="1">
            <a:off x="9144000" y="3456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Line 47"/>
          <p:cNvSpPr/>
          <p:nvPr/>
        </p:nvSpPr>
        <p:spPr>
          <a:xfrm>
            <a:off x="8658000" y="316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Line 48"/>
          <p:cNvSpPr/>
          <p:nvPr/>
        </p:nvSpPr>
        <p:spPr>
          <a:xfrm flipV="1">
            <a:off x="9738000" y="187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Line 49"/>
          <p:cNvSpPr/>
          <p:nvPr/>
        </p:nvSpPr>
        <p:spPr>
          <a:xfrm flipH="1">
            <a:off x="9162000" y="187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Line 50"/>
          <p:cNvSpPr/>
          <p:nvPr/>
        </p:nvSpPr>
        <p:spPr>
          <a:xfrm>
            <a:off x="8640000" y="165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51"/>
          <p:cNvSpPr/>
          <p:nvPr/>
        </p:nvSpPr>
        <p:spPr>
          <a:xfrm flipV="1">
            <a:off x="9720000" y="36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Line 52"/>
          <p:cNvSpPr/>
          <p:nvPr/>
        </p:nvSpPr>
        <p:spPr>
          <a:xfrm flipH="1">
            <a:off x="9144000" y="36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Line 53"/>
          <p:cNvSpPr/>
          <p:nvPr/>
        </p:nvSpPr>
        <p:spPr>
          <a:xfrm flipH="1">
            <a:off x="475200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Line 54"/>
          <p:cNvSpPr/>
          <p:nvPr/>
        </p:nvSpPr>
        <p:spPr>
          <a:xfrm>
            <a:off x="475200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Line 55"/>
          <p:cNvSpPr/>
          <p:nvPr/>
        </p:nvSpPr>
        <p:spPr>
          <a:xfrm>
            <a:off x="475200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Line 56"/>
          <p:cNvSpPr/>
          <p:nvPr/>
        </p:nvSpPr>
        <p:spPr>
          <a:xfrm flipH="1">
            <a:off x="475200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Line 57"/>
          <p:cNvSpPr/>
          <p:nvPr/>
        </p:nvSpPr>
        <p:spPr>
          <a:xfrm>
            <a:off x="475200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Line 58"/>
          <p:cNvSpPr/>
          <p:nvPr/>
        </p:nvSpPr>
        <p:spPr>
          <a:xfrm>
            <a:off x="475200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Line 59"/>
          <p:cNvSpPr/>
          <p:nvPr/>
        </p:nvSpPr>
        <p:spPr>
          <a:xfrm flipH="1">
            <a:off x="475200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Line 60"/>
          <p:cNvSpPr/>
          <p:nvPr/>
        </p:nvSpPr>
        <p:spPr>
          <a:xfrm>
            <a:off x="475200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Line 61"/>
          <p:cNvSpPr/>
          <p:nvPr/>
        </p:nvSpPr>
        <p:spPr>
          <a:xfrm>
            <a:off x="475200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Line 62"/>
          <p:cNvSpPr/>
          <p:nvPr/>
        </p:nvSpPr>
        <p:spPr>
          <a:xfrm flipH="1">
            <a:off x="475200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Line 63"/>
          <p:cNvSpPr/>
          <p:nvPr/>
        </p:nvSpPr>
        <p:spPr>
          <a:xfrm>
            <a:off x="475200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Line 64"/>
          <p:cNvSpPr/>
          <p:nvPr/>
        </p:nvSpPr>
        <p:spPr>
          <a:xfrm>
            <a:off x="475200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Line 65"/>
          <p:cNvSpPr/>
          <p:nvPr/>
        </p:nvSpPr>
        <p:spPr>
          <a:xfrm flipH="1">
            <a:off x="475200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Line 66"/>
          <p:cNvSpPr/>
          <p:nvPr/>
        </p:nvSpPr>
        <p:spPr>
          <a:xfrm>
            <a:off x="475200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Line 67"/>
          <p:cNvSpPr/>
          <p:nvPr/>
        </p:nvSpPr>
        <p:spPr>
          <a:xfrm>
            <a:off x="475200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CustomShape 68"/>
          <p:cNvSpPr/>
          <p:nvPr/>
        </p:nvSpPr>
        <p:spPr>
          <a:xfrm>
            <a:off x="6840000" y="5904000"/>
            <a:ext cx="7830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1152000" y="1797480"/>
            <a:ext cx="7117560" cy="39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-144000" y="137880"/>
            <a:ext cx="5029920" cy="392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fun(0); // 0x1005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7 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 void fun(int i)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9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if(i++ &lt; 3)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fun(i);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4" name="CustomShape 3"/>
          <p:cNvSpPr/>
          <p:nvPr/>
        </p:nvSpPr>
        <p:spPr>
          <a:xfrm>
            <a:off x="6051960" y="7142400"/>
            <a:ext cx="121068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5" name="CustomShape 4"/>
          <p:cNvSpPr/>
          <p:nvPr/>
        </p:nvSpPr>
        <p:spPr>
          <a:xfrm>
            <a:off x="6732360" y="553140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CustomShape 5"/>
          <p:cNvSpPr/>
          <p:nvPr/>
        </p:nvSpPr>
        <p:spPr>
          <a:xfrm>
            <a:off x="5076000" y="72720"/>
            <a:ext cx="2725560" cy="7045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6"/>
          <p:cNvSpPr/>
          <p:nvPr/>
        </p:nvSpPr>
        <p:spPr>
          <a:xfrm>
            <a:off x="5148000" y="633672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8" name="CustomShape 7"/>
          <p:cNvSpPr/>
          <p:nvPr/>
        </p:nvSpPr>
        <p:spPr>
          <a:xfrm>
            <a:off x="5148000" y="5004000"/>
            <a:ext cx="2581560" cy="125028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CustomShape 8"/>
          <p:cNvSpPr/>
          <p:nvPr/>
        </p:nvSpPr>
        <p:spPr>
          <a:xfrm>
            <a:off x="6732000" y="550800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CustomShape 9"/>
          <p:cNvSpPr/>
          <p:nvPr/>
        </p:nvSpPr>
        <p:spPr>
          <a:xfrm>
            <a:off x="6516000" y="522000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1" name="CustomShape 10"/>
          <p:cNvSpPr/>
          <p:nvPr/>
        </p:nvSpPr>
        <p:spPr>
          <a:xfrm>
            <a:off x="5148000" y="361872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CustomShape 11"/>
          <p:cNvSpPr/>
          <p:nvPr/>
        </p:nvSpPr>
        <p:spPr>
          <a:xfrm>
            <a:off x="5436000" y="374472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3" name="CustomShape 12"/>
          <p:cNvSpPr/>
          <p:nvPr/>
        </p:nvSpPr>
        <p:spPr>
          <a:xfrm>
            <a:off x="5364000" y="410472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4" name="CustomShape 13"/>
          <p:cNvSpPr/>
          <p:nvPr/>
        </p:nvSpPr>
        <p:spPr>
          <a:xfrm>
            <a:off x="5173920" y="4534560"/>
            <a:ext cx="94716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5" name="CustomShape 14"/>
          <p:cNvSpPr/>
          <p:nvPr/>
        </p:nvSpPr>
        <p:spPr>
          <a:xfrm>
            <a:off x="6588000" y="384192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6" name="CustomShape 15"/>
          <p:cNvSpPr/>
          <p:nvPr/>
        </p:nvSpPr>
        <p:spPr>
          <a:xfrm>
            <a:off x="6804000" y="410472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7" name="CustomShape 16"/>
          <p:cNvSpPr/>
          <p:nvPr/>
        </p:nvSpPr>
        <p:spPr>
          <a:xfrm>
            <a:off x="5139360" y="216648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ustomShape 17"/>
          <p:cNvSpPr/>
          <p:nvPr/>
        </p:nvSpPr>
        <p:spPr>
          <a:xfrm>
            <a:off x="5436000" y="235872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9" name="CustomShape 18"/>
          <p:cNvSpPr/>
          <p:nvPr/>
        </p:nvSpPr>
        <p:spPr>
          <a:xfrm>
            <a:off x="5364000" y="271872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0" name="CustomShape 19"/>
          <p:cNvSpPr/>
          <p:nvPr/>
        </p:nvSpPr>
        <p:spPr>
          <a:xfrm>
            <a:off x="5173920" y="3148560"/>
            <a:ext cx="85572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1" name="CustomShape 20"/>
          <p:cNvSpPr/>
          <p:nvPr/>
        </p:nvSpPr>
        <p:spPr>
          <a:xfrm>
            <a:off x="6588000" y="245592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CustomShape 21"/>
          <p:cNvSpPr/>
          <p:nvPr/>
        </p:nvSpPr>
        <p:spPr>
          <a:xfrm>
            <a:off x="6804000" y="271872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3" name="CustomShape 22"/>
          <p:cNvSpPr/>
          <p:nvPr/>
        </p:nvSpPr>
        <p:spPr>
          <a:xfrm>
            <a:off x="5148000" y="88272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23"/>
          <p:cNvSpPr/>
          <p:nvPr/>
        </p:nvSpPr>
        <p:spPr>
          <a:xfrm>
            <a:off x="5436000" y="1008720"/>
            <a:ext cx="3495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5" name="CustomShape 24"/>
          <p:cNvSpPr/>
          <p:nvPr/>
        </p:nvSpPr>
        <p:spPr>
          <a:xfrm>
            <a:off x="5364000" y="136872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CustomShape 25"/>
          <p:cNvSpPr/>
          <p:nvPr/>
        </p:nvSpPr>
        <p:spPr>
          <a:xfrm>
            <a:off x="5173920" y="1798560"/>
            <a:ext cx="947160" cy="27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7" name="CustomShape 26"/>
          <p:cNvSpPr/>
          <p:nvPr/>
        </p:nvSpPr>
        <p:spPr>
          <a:xfrm>
            <a:off x="6588000" y="110592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CustomShape 27"/>
          <p:cNvSpPr/>
          <p:nvPr/>
        </p:nvSpPr>
        <p:spPr>
          <a:xfrm>
            <a:off x="6804000" y="136872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9" name="CustomShape 28"/>
          <p:cNvSpPr/>
          <p:nvPr/>
        </p:nvSpPr>
        <p:spPr>
          <a:xfrm>
            <a:off x="5148000" y="144720"/>
            <a:ext cx="2581560" cy="63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.....................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0" name="CustomShape 29"/>
          <p:cNvSpPr/>
          <p:nvPr/>
        </p:nvSpPr>
        <p:spPr>
          <a:xfrm>
            <a:off x="7884000" y="5282640"/>
            <a:ext cx="2365560" cy="107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fun(0);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1" name="CustomShape 30"/>
          <p:cNvSpPr/>
          <p:nvPr/>
        </p:nvSpPr>
        <p:spPr>
          <a:xfrm>
            <a:off x="6948360" y="4585680"/>
            <a:ext cx="602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CustomShape 31"/>
          <p:cNvSpPr/>
          <p:nvPr/>
        </p:nvSpPr>
        <p:spPr>
          <a:xfrm>
            <a:off x="6954120" y="3204000"/>
            <a:ext cx="5248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3" name="CustomShape 32"/>
          <p:cNvSpPr/>
          <p:nvPr/>
        </p:nvSpPr>
        <p:spPr>
          <a:xfrm>
            <a:off x="6954120" y="1836000"/>
            <a:ext cx="6688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4" name="CustomShape 33"/>
          <p:cNvSpPr/>
          <p:nvPr/>
        </p:nvSpPr>
        <p:spPr>
          <a:xfrm>
            <a:off x="7092000" y="446400"/>
            <a:ext cx="5310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5" name="CustomShape 34"/>
          <p:cNvSpPr/>
          <p:nvPr/>
        </p:nvSpPr>
        <p:spPr>
          <a:xfrm>
            <a:off x="7740000" y="52416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CustomShape 35"/>
          <p:cNvSpPr/>
          <p:nvPr/>
        </p:nvSpPr>
        <p:spPr>
          <a:xfrm>
            <a:off x="7740000" y="343944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CustomShape 36"/>
          <p:cNvSpPr/>
          <p:nvPr/>
        </p:nvSpPr>
        <p:spPr>
          <a:xfrm>
            <a:off x="7726320" y="1999440"/>
            <a:ext cx="2523240" cy="162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CustomShape 37"/>
          <p:cNvSpPr/>
          <p:nvPr/>
        </p:nvSpPr>
        <p:spPr>
          <a:xfrm>
            <a:off x="9639360" y="1332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89" name="Line 38"/>
          <p:cNvSpPr/>
          <p:nvPr/>
        </p:nvSpPr>
        <p:spPr>
          <a:xfrm flipH="1">
            <a:off x="5400000" y="4176000"/>
            <a:ext cx="360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Line 39"/>
          <p:cNvSpPr/>
          <p:nvPr/>
        </p:nvSpPr>
        <p:spPr>
          <a:xfrm flipH="1">
            <a:off x="5436360" y="2809080"/>
            <a:ext cx="323640" cy="2332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Line 40"/>
          <p:cNvSpPr/>
          <p:nvPr/>
        </p:nvSpPr>
        <p:spPr>
          <a:xfrm flipH="1">
            <a:off x="5435640" y="1440000"/>
            <a:ext cx="32436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CustomShape 41"/>
          <p:cNvSpPr/>
          <p:nvPr/>
        </p:nvSpPr>
        <p:spPr>
          <a:xfrm>
            <a:off x="5760000" y="410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3" name="CustomShape 42"/>
          <p:cNvSpPr/>
          <p:nvPr/>
        </p:nvSpPr>
        <p:spPr>
          <a:xfrm>
            <a:off x="5812920" y="27187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4" name="CustomShape 43"/>
          <p:cNvSpPr/>
          <p:nvPr/>
        </p:nvSpPr>
        <p:spPr>
          <a:xfrm>
            <a:off x="5795640" y="13687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5" name="Line 44"/>
          <p:cNvSpPr/>
          <p:nvPr/>
        </p:nvSpPr>
        <p:spPr>
          <a:xfrm>
            <a:off x="8640000" y="612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Line 45"/>
          <p:cNvSpPr/>
          <p:nvPr/>
        </p:nvSpPr>
        <p:spPr>
          <a:xfrm flipV="1">
            <a:off x="9720000" y="482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Line 46"/>
          <p:cNvSpPr/>
          <p:nvPr/>
        </p:nvSpPr>
        <p:spPr>
          <a:xfrm flipH="1">
            <a:off x="9144000" y="482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Line 47"/>
          <p:cNvSpPr/>
          <p:nvPr/>
        </p:nvSpPr>
        <p:spPr>
          <a:xfrm>
            <a:off x="8640000" y="468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Line 48"/>
          <p:cNvSpPr/>
          <p:nvPr/>
        </p:nvSpPr>
        <p:spPr>
          <a:xfrm flipV="1">
            <a:off x="9720000" y="338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Line 49"/>
          <p:cNvSpPr/>
          <p:nvPr/>
        </p:nvSpPr>
        <p:spPr>
          <a:xfrm flipH="1">
            <a:off x="9144000" y="338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Line 50"/>
          <p:cNvSpPr/>
          <p:nvPr/>
        </p:nvSpPr>
        <p:spPr>
          <a:xfrm>
            <a:off x="8640000" y="324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Line 51"/>
          <p:cNvSpPr/>
          <p:nvPr/>
        </p:nvSpPr>
        <p:spPr>
          <a:xfrm flipV="1">
            <a:off x="9720000" y="194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Line 52"/>
          <p:cNvSpPr/>
          <p:nvPr/>
        </p:nvSpPr>
        <p:spPr>
          <a:xfrm flipH="1">
            <a:off x="9144000" y="194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Line 53"/>
          <p:cNvSpPr/>
          <p:nvPr/>
        </p:nvSpPr>
        <p:spPr>
          <a:xfrm>
            <a:off x="8640000" y="172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Line 54"/>
          <p:cNvSpPr/>
          <p:nvPr/>
        </p:nvSpPr>
        <p:spPr>
          <a:xfrm flipV="1">
            <a:off x="9720000" y="43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Line 55"/>
          <p:cNvSpPr/>
          <p:nvPr/>
        </p:nvSpPr>
        <p:spPr>
          <a:xfrm flipH="1">
            <a:off x="9144000" y="43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Line 56"/>
          <p:cNvSpPr/>
          <p:nvPr/>
        </p:nvSpPr>
        <p:spPr>
          <a:xfrm flipH="1">
            <a:off x="4716360" y="36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Line 57"/>
          <p:cNvSpPr/>
          <p:nvPr/>
        </p:nvSpPr>
        <p:spPr>
          <a:xfrm>
            <a:off x="4716360" y="36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Line 58"/>
          <p:cNvSpPr/>
          <p:nvPr/>
        </p:nvSpPr>
        <p:spPr>
          <a:xfrm>
            <a:off x="4716360" y="151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Line 59"/>
          <p:cNvSpPr/>
          <p:nvPr/>
        </p:nvSpPr>
        <p:spPr>
          <a:xfrm flipH="1">
            <a:off x="4716360" y="165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Line 60"/>
          <p:cNvSpPr/>
          <p:nvPr/>
        </p:nvSpPr>
        <p:spPr>
          <a:xfrm>
            <a:off x="4716360" y="165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Line 61"/>
          <p:cNvSpPr/>
          <p:nvPr/>
        </p:nvSpPr>
        <p:spPr>
          <a:xfrm>
            <a:off x="4716360" y="280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Line 62"/>
          <p:cNvSpPr/>
          <p:nvPr/>
        </p:nvSpPr>
        <p:spPr>
          <a:xfrm flipH="1">
            <a:off x="4716360" y="424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Line 63"/>
          <p:cNvSpPr/>
          <p:nvPr/>
        </p:nvSpPr>
        <p:spPr>
          <a:xfrm>
            <a:off x="4716360" y="424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Line 64"/>
          <p:cNvSpPr/>
          <p:nvPr/>
        </p:nvSpPr>
        <p:spPr>
          <a:xfrm>
            <a:off x="4716360" y="540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Line 65"/>
          <p:cNvSpPr/>
          <p:nvPr/>
        </p:nvSpPr>
        <p:spPr>
          <a:xfrm flipH="1">
            <a:off x="4716360" y="295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Line 66"/>
          <p:cNvSpPr/>
          <p:nvPr/>
        </p:nvSpPr>
        <p:spPr>
          <a:xfrm>
            <a:off x="4716360" y="295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Line 67"/>
          <p:cNvSpPr/>
          <p:nvPr/>
        </p:nvSpPr>
        <p:spPr>
          <a:xfrm>
            <a:off x="4716360" y="410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Line 68"/>
          <p:cNvSpPr/>
          <p:nvPr/>
        </p:nvSpPr>
        <p:spPr>
          <a:xfrm flipH="1">
            <a:off x="4716360" y="554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Line 69"/>
          <p:cNvSpPr/>
          <p:nvPr/>
        </p:nvSpPr>
        <p:spPr>
          <a:xfrm>
            <a:off x="4716360" y="554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Line 70"/>
          <p:cNvSpPr/>
          <p:nvPr/>
        </p:nvSpPr>
        <p:spPr>
          <a:xfrm>
            <a:off x="4716360" y="669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71"/>
          <p:cNvSpPr/>
          <p:nvPr/>
        </p:nvSpPr>
        <p:spPr>
          <a:xfrm>
            <a:off x="6781680" y="5923440"/>
            <a:ext cx="7830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72000" y="126000"/>
            <a:ext cx="4885920" cy="468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n);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main(),before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printf("\nIn main(),after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n)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printf("%d  ",n);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printf("\nHello...");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4" name="CustomShape 2"/>
          <p:cNvSpPr/>
          <p:nvPr/>
        </p:nvSpPr>
        <p:spPr>
          <a:xfrm>
            <a:off x="6696360" y="553212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5" name="CustomShape 3"/>
          <p:cNvSpPr/>
          <p:nvPr/>
        </p:nvSpPr>
        <p:spPr>
          <a:xfrm>
            <a:off x="5040000" y="73440"/>
            <a:ext cx="2725560" cy="7045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CustomShape 4"/>
          <p:cNvSpPr/>
          <p:nvPr/>
        </p:nvSpPr>
        <p:spPr>
          <a:xfrm>
            <a:off x="5112000" y="633744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7" name="CustomShape 5"/>
          <p:cNvSpPr/>
          <p:nvPr/>
        </p:nvSpPr>
        <p:spPr>
          <a:xfrm>
            <a:off x="5112000" y="5004720"/>
            <a:ext cx="2581560" cy="125028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"/>
          <p:cNvSpPr/>
          <p:nvPr/>
        </p:nvSpPr>
        <p:spPr>
          <a:xfrm>
            <a:off x="6696000" y="550872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9" name="CustomShape 7"/>
          <p:cNvSpPr/>
          <p:nvPr/>
        </p:nvSpPr>
        <p:spPr>
          <a:xfrm>
            <a:off x="6480000" y="522072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CustomShape 8"/>
          <p:cNvSpPr/>
          <p:nvPr/>
        </p:nvSpPr>
        <p:spPr>
          <a:xfrm>
            <a:off x="5112000" y="361944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CustomShape 9"/>
          <p:cNvSpPr/>
          <p:nvPr/>
        </p:nvSpPr>
        <p:spPr>
          <a:xfrm>
            <a:off x="6552000" y="38426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CustomShape 10"/>
          <p:cNvSpPr/>
          <p:nvPr/>
        </p:nvSpPr>
        <p:spPr>
          <a:xfrm>
            <a:off x="6768000" y="4105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CustomShape 11"/>
          <p:cNvSpPr/>
          <p:nvPr/>
        </p:nvSpPr>
        <p:spPr>
          <a:xfrm>
            <a:off x="5120640" y="222732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CustomShape 12"/>
          <p:cNvSpPr/>
          <p:nvPr/>
        </p:nvSpPr>
        <p:spPr>
          <a:xfrm>
            <a:off x="6552000" y="24566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5" name="CustomShape 13"/>
          <p:cNvSpPr/>
          <p:nvPr/>
        </p:nvSpPr>
        <p:spPr>
          <a:xfrm>
            <a:off x="6768000" y="2719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6" name="CustomShape 14"/>
          <p:cNvSpPr/>
          <p:nvPr/>
        </p:nvSpPr>
        <p:spPr>
          <a:xfrm>
            <a:off x="5112000" y="88344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CustomShape 15"/>
          <p:cNvSpPr/>
          <p:nvPr/>
        </p:nvSpPr>
        <p:spPr>
          <a:xfrm>
            <a:off x="6552000" y="11066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CustomShape 16"/>
          <p:cNvSpPr/>
          <p:nvPr/>
        </p:nvSpPr>
        <p:spPr>
          <a:xfrm>
            <a:off x="6768000" y="1369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CustomShape 17"/>
          <p:cNvSpPr/>
          <p:nvPr/>
        </p:nvSpPr>
        <p:spPr>
          <a:xfrm>
            <a:off x="5112000" y="145440"/>
            <a:ext cx="2581560" cy="63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0" name="CustomShape 18"/>
          <p:cNvSpPr/>
          <p:nvPr/>
        </p:nvSpPr>
        <p:spPr>
          <a:xfrm>
            <a:off x="6912360" y="4586400"/>
            <a:ext cx="710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1" name="CustomShape 19"/>
          <p:cNvSpPr/>
          <p:nvPr/>
        </p:nvSpPr>
        <p:spPr>
          <a:xfrm>
            <a:off x="6918120" y="3204720"/>
            <a:ext cx="6328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2" name="CustomShape 20"/>
          <p:cNvSpPr/>
          <p:nvPr/>
        </p:nvSpPr>
        <p:spPr>
          <a:xfrm>
            <a:off x="6918120" y="1836720"/>
            <a:ext cx="6328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CustomShape 21"/>
          <p:cNvSpPr/>
          <p:nvPr/>
        </p:nvSpPr>
        <p:spPr>
          <a:xfrm>
            <a:off x="6918480" y="447120"/>
            <a:ext cx="70452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CustomShape 22"/>
          <p:cNvSpPr/>
          <p:nvPr/>
        </p:nvSpPr>
        <p:spPr>
          <a:xfrm>
            <a:off x="5944320" y="7142400"/>
            <a:ext cx="103032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5" name="CustomShape 23"/>
          <p:cNvSpPr/>
          <p:nvPr/>
        </p:nvSpPr>
        <p:spPr>
          <a:xfrm>
            <a:off x="9576000" y="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46" name="CustomShape 24"/>
          <p:cNvSpPr/>
          <p:nvPr/>
        </p:nvSpPr>
        <p:spPr>
          <a:xfrm>
            <a:off x="5328000" y="410472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7" name="CustomShape 25"/>
          <p:cNvSpPr/>
          <p:nvPr/>
        </p:nvSpPr>
        <p:spPr>
          <a:xfrm>
            <a:off x="5328000" y="27183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8" name="CustomShape 26"/>
          <p:cNvSpPr/>
          <p:nvPr/>
        </p:nvSpPr>
        <p:spPr>
          <a:xfrm>
            <a:off x="5328360" y="12963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9" name="CustomShape 27"/>
          <p:cNvSpPr/>
          <p:nvPr/>
        </p:nvSpPr>
        <p:spPr>
          <a:xfrm>
            <a:off x="5328000" y="14544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Line 28"/>
          <p:cNvSpPr/>
          <p:nvPr/>
        </p:nvSpPr>
        <p:spPr>
          <a:xfrm flipH="1">
            <a:off x="5400000" y="4176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Line 29"/>
          <p:cNvSpPr/>
          <p:nvPr/>
        </p:nvSpPr>
        <p:spPr>
          <a:xfrm flipH="1">
            <a:off x="5400000" y="28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Line 30"/>
          <p:cNvSpPr/>
          <p:nvPr/>
        </p:nvSpPr>
        <p:spPr>
          <a:xfrm flipH="1">
            <a:off x="5400000" y="136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CustomShape 31"/>
          <p:cNvSpPr/>
          <p:nvPr/>
        </p:nvSpPr>
        <p:spPr>
          <a:xfrm>
            <a:off x="5759640" y="410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4" name="CustomShape 32"/>
          <p:cNvSpPr/>
          <p:nvPr/>
        </p:nvSpPr>
        <p:spPr>
          <a:xfrm>
            <a:off x="5759640" y="271836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5" name="CustomShape 33"/>
          <p:cNvSpPr/>
          <p:nvPr/>
        </p:nvSpPr>
        <p:spPr>
          <a:xfrm>
            <a:off x="5760000" y="130968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CustomShape 34"/>
          <p:cNvSpPr/>
          <p:nvPr/>
        </p:nvSpPr>
        <p:spPr>
          <a:xfrm>
            <a:off x="6768000" y="5918760"/>
            <a:ext cx="783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7" name="CustomShape 35"/>
          <p:cNvSpPr/>
          <p:nvPr/>
        </p:nvSpPr>
        <p:spPr>
          <a:xfrm>
            <a:off x="7703640" y="5040000"/>
            <a:ext cx="2509920" cy="113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pf("In main(),before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pf("\nIn main(),after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8" name="CustomShape 36"/>
          <p:cNvSpPr/>
          <p:nvPr/>
        </p:nvSpPr>
        <p:spPr>
          <a:xfrm>
            <a:off x="7848000" y="3672000"/>
            <a:ext cx="1429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9" name="CustomShape 37"/>
          <p:cNvSpPr/>
          <p:nvPr/>
        </p:nvSpPr>
        <p:spPr>
          <a:xfrm>
            <a:off x="7848000" y="2304000"/>
            <a:ext cx="1429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0" name="CustomShape 38"/>
          <p:cNvSpPr/>
          <p:nvPr/>
        </p:nvSpPr>
        <p:spPr>
          <a:xfrm>
            <a:off x="7848000" y="936000"/>
            <a:ext cx="1429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1" name="CustomShape 39"/>
          <p:cNvSpPr/>
          <p:nvPr/>
        </p:nvSpPr>
        <p:spPr>
          <a:xfrm>
            <a:off x="5400000" y="374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CustomShape 40"/>
          <p:cNvSpPr/>
          <p:nvPr/>
        </p:nvSpPr>
        <p:spPr>
          <a:xfrm>
            <a:off x="5112000" y="4477680"/>
            <a:ext cx="91764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3" name="CustomShape 41"/>
          <p:cNvSpPr/>
          <p:nvPr/>
        </p:nvSpPr>
        <p:spPr>
          <a:xfrm>
            <a:off x="5184000" y="3096000"/>
            <a:ext cx="937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4" name="CustomShape 42"/>
          <p:cNvSpPr/>
          <p:nvPr/>
        </p:nvSpPr>
        <p:spPr>
          <a:xfrm>
            <a:off x="5184000" y="1653840"/>
            <a:ext cx="937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5" name="CustomShape 43"/>
          <p:cNvSpPr/>
          <p:nvPr/>
        </p:nvSpPr>
        <p:spPr>
          <a:xfrm>
            <a:off x="5137920" y="502920"/>
            <a:ext cx="98316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0x6000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6" name="CustomShape 44"/>
          <p:cNvSpPr/>
          <p:nvPr/>
        </p:nvSpPr>
        <p:spPr>
          <a:xfrm>
            <a:off x="5400000" y="237204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7" name="CustomShape 45"/>
          <p:cNvSpPr/>
          <p:nvPr/>
        </p:nvSpPr>
        <p:spPr>
          <a:xfrm>
            <a:off x="5400000" y="936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8" name="CustomShape 46"/>
          <p:cNvSpPr/>
          <p:nvPr/>
        </p:nvSpPr>
        <p:spPr>
          <a:xfrm>
            <a:off x="7560000" y="4658400"/>
            <a:ext cx="1861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9" name="CustomShape 47"/>
          <p:cNvSpPr/>
          <p:nvPr/>
        </p:nvSpPr>
        <p:spPr>
          <a:xfrm>
            <a:off x="7560000" y="3273120"/>
            <a:ext cx="1861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0" name="CustomShape 48"/>
          <p:cNvSpPr/>
          <p:nvPr/>
        </p:nvSpPr>
        <p:spPr>
          <a:xfrm>
            <a:off x="7560000" y="1885680"/>
            <a:ext cx="1861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1" name="Line 49"/>
          <p:cNvSpPr/>
          <p:nvPr/>
        </p:nvSpPr>
        <p:spPr>
          <a:xfrm>
            <a:off x="8784000" y="4464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Line 50"/>
          <p:cNvSpPr/>
          <p:nvPr/>
        </p:nvSpPr>
        <p:spPr>
          <a:xfrm flipV="1">
            <a:off x="9864000" y="3168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Line 51"/>
          <p:cNvSpPr/>
          <p:nvPr/>
        </p:nvSpPr>
        <p:spPr>
          <a:xfrm flipH="1">
            <a:off x="9288000" y="3168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Line 52"/>
          <p:cNvSpPr/>
          <p:nvPr/>
        </p:nvSpPr>
        <p:spPr>
          <a:xfrm>
            <a:off x="8784000" y="309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Line 53"/>
          <p:cNvSpPr/>
          <p:nvPr/>
        </p:nvSpPr>
        <p:spPr>
          <a:xfrm flipV="1">
            <a:off x="9864000" y="180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Line 54"/>
          <p:cNvSpPr/>
          <p:nvPr/>
        </p:nvSpPr>
        <p:spPr>
          <a:xfrm flipH="1">
            <a:off x="9288000" y="180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Line 55"/>
          <p:cNvSpPr/>
          <p:nvPr/>
        </p:nvSpPr>
        <p:spPr>
          <a:xfrm>
            <a:off x="8784000" y="165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Line 56"/>
          <p:cNvSpPr/>
          <p:nvPr/>
        </p:nvSpPr>
        <p:spPr>
          <a:xfrm flipV="1">
            <a:off x="9864000" y="36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Line 57"/>
          <p:cNvSpPr/>
          <p:nvPr/>
        </p:nvSpPr>
        <p:spPr>
          <a:xfrm flipH="1">
            <a:off x="9288000" y="36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Line 58"/>
          <p:cNvSpPr/>
          <p:nvPr/>
        </p:nvSpPr>
        <p:spPr>
          <a:xfrm flipH="1">
            <a:off x="4680000" y="502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Line 59"/>
          <p:cNvSpPr/>
          <p:nvPr/>
        </p:nvSpPr>
        <p:spPr>
          <a:xfrm>
            <a:off x="4680000" y="502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Line 60"/>
          <p:cNvSpPr/>
          <p:nvPr/>
        </p:nvSpPr>
        <p:spPr>
          <a:xfrm>
            <a:off x="4680000" y="1654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Line 61"/>
          <p:cNvSpPr/>
          <p:nvPr/>
        </p:nvSpPr>
        <p:spPr>
          <a:xfrm flipH="1">
            <a:off x="4680000" y="1798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Line 62"/>
          <p:cNvSpPr/>
          <p:nvPr/>
        </p:nvSpPr>
        <p:spPr>
          <a:xfrm>
            <a:off x="4680000" y="1798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Line 63"/>
          <p:cNvSpPr/>
          <p:nvPr/>
        </p:nvSpPr>
        <p:spPr>
          <a:xfrm>
            <a:off x="4680000" y="2950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Line 64"/>
          <p:cNvSpPr/>
          <p:nvPr/>
        </p:nvSpPr>
        <p:spPr>
          <a:xfrm flipH="1">
            <a:off x="4680000" y="4390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Line 65"/>
          <p:cNvSpPr/>
          <p:nvPr/>
        </p:nvSpPr>
        <p:spPr>
          <a:xfrm>
            <a:off x="4680000" y="4390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Line 66"/>
          <p:cNvSpPr/>
          <p:nvPr/>
        </p:nvSpPr>
        <p:spPr>
          <a:xfrm>
            <a:off x="4680000" y="5542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Line 67"/>
          <p:cNvSpPr/>
          <p:nvPr/>
        </p:nvSpPr>
        <p:spPr>
          <a:xfrm flipH="1">
            <a:off x="4680000" y="3094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Line 68"/>
          <p:cNvSpPr/>
          <p:nvPr/>
        </p:nvSpPr>
        <p:spPr>
          <a:xfrm>
            <a:off x="4680000" y="3094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Line 69"/>
          <p:cNvSpPr/>
          <p:nvPr/>
        </p:nvSpPr>
        <p:spPr>
          <a:xfrm>
            <a:off x="4680000" y="4246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Line 70"/>
          <p:cNvSpPr/>
          <p:nvPr/>
        </p:nvSpPr>
        <p:spPr>
          <a:xfrm flipH="1">
            <a:off x="4680000" y="5686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Line 71"/>
          <p:cNvSpPr/>
          <p:nvPr/>
        </p:nvSpPr>
        <p:spPr>
          <a:xfrm>
            <a:off x="4680000" y="5686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Line 72"/>
          <p:cNvSpPr/>
          <p:nvPr/>
        </p:nvSpPr>
        <p:spPr>
          <a:xfrm>
            <a:off x="4680000" y="6838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CustomShape 73"/>
          <p:cNvSpPr/>
          <p:nvPr/>
        </p:nvSpPr>
        <p:spPr>
          <a:xfrm>
            <a:off x="7769160" y="308160"/>
            <a:ext cx="1861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-10080" y="144000"/>
            <a:ext cx="6192000" cy="468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printf("In main(),before fun()\n");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printf("\nIn main(),after fun()\n");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void fun(int n)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//3 //2 //1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fun(--n);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//fun(2) //fun(1) //fun(0)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    printf("%d  ",n);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//0 //1 //2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printf("\nHello...");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97" name="CustomShape 2"/>
          <p:cNvSpPr/>
          <p:nvPr/>
        </p:nvSpPr>
        <p:spPr>
          <a:xfrm>
            <a:off x="6696360" y="549684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8" name="CustomShape 3"/>
          <p:cNvSpPr/>
          <p:nvPr/>
        </p:nvSpPr>
        <p:spPr>
          <a:xfrm>
            <a:off x="5040000" y="38160"/>
            <a:ext cx="2725560" cy="70455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4"/>
          <p:cNvSpPr/>
          <p:nvPr/>
        </p:nvSpPr>
        <p:spPr>
          <a:xfrm>
            <a:off x="5112000" y="630216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0" name="CustomShape 5"/>
          <p:cNvSpPr/>
          <p:nvPr/>
        </p:nvSpPr>
        <p:spPr>
          <a:xfrm>
            <a:off x="5112000" y="4969440"/>
            <a:ext cx="2581560" cy="125028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CustomShape 6"/>
          <p:cNvSpPr/>
          <p:nvPr/>
        </p:nvSpPr>
        <p:spPr>
          <a:xfrm>
            <a:off x="6696000" y="547344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2" name="CustomShape 7"/>
          <p:cNvSpPr/>
          <p:nvPr/>
        </p:nvSpPr>
        <p:spPr>
          <a:xfrm>
            <a:off x="6480000" y="518544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3" name="CustomShape 8"/>
          <p:cNvSpPr/>
          <p:nvPr/>
        </p:nvSpPr>
        <p:spPr>
          <a:xfrm>
            <a:off x="5112000" y="35841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ustomShape 9"/>
          <p:cNvSpPr/>
          <p:nvPr/>
        </p:nvSpPr>
        <p:spPr>
          <a:xfrm>
            <a:off x="6552000" y="38073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5" name="CustomShape 10"/>
          <p:cNvSpPr/>
          <p:nvPr/>
        </p:nvSpPr>
        <p:spPr>
          <a:xfrm>
            <a:off x="6768000" y="40701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6" name="CustomShape 11"/>
          <p:cNvSpPr/>
          <p:nvPr/>
        </p:nvSpPr>
        <p:spPr>
          <a:xfrm>
            <a:off x="5112000" y="21981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ustomShape 12"/>
          <p:cNvSpPr/>
          <p:nvPr/>
        </p:nvSpPr>
        <p:spPr>
          <a:xfrm>
            <a:off x="6552000" y="24213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8" name="CustomShape 13"/>
          <p:cNvSpPr/>
          <p:nvPr/>
        </p:nvSpPr>
        <p:spPr>
          <a:xfrm>
            <a:off x="6768000" y="26841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9" name="CustomShape 14"/>
          <p:cNvSpPr/>
          <p:nvPr/>
        </p:nvSpPr>
        <p:spPr>
          <a:xfrm>
            <a:off x="5112000" y="84816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15"/>
          <p:cNvSpPr/>
          <p:nvPr/>
        </p:nvSpPr>
        <p:spPr>
          <a:xfrm>
            <a:off x="6552000" y="10713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1" name="CustomShape 16"/>
          <p:cNvSpPr/>
          <p:nvPr/>
        </p:nvSpPr>
        <p:spPr>
          <a:xfrm>
            <a:off x="6768000" y="13341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2" name="CustomShape 17"/>
          <p:cNvSpPr/>
          <p:nvPr/>
        </p:nvSpPr>
        <p:spPr>
          <a:xfrm>
            <a:off x="5112000" y="110160"/>
            <a:ext cx="2581560" cy="63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3" name="CustomShape 18"/>
          <p:cNvSpPr/>
          <p:nvPr/>
        </p:nvSpPr>
        <p:spPr>
          <a:xfrm>
            <a:off x="6912360" y="4551120"/>
            <a:ext cx="710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4" name="CustomShape 19"/>
          <p:cNvSpPr/>
          <p:nvPr/>
        </p:nvSpPr>
        <p:spPr>
          <a:xfrm>
            <a:off x="6918120" y="3169440"/>
            <a:ext cx="7754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5" name="CustomShape 20"/>
          <p:cNvSpPr/>
          <p:nvPr/>
        </p:nvSpPr>
        <p:spPr>
          <a:xfrm>
            <a:off x="6918120" y="1801440"/>
            <a:ext cx="8474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CustomShape 21"/>
          <p:cNvSpPr/>
          <p:nvPr/>
        </p:nvSpPr>
        <p:spPr>
          <a:xfrm>
            <a:off x="6918480" y="411840"/>
            <a:ext cx="7750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7" name="CustomShape 22"/>
          <p:cNvSpPr/>
          <p:nvPr/>
        </p:nvSpPr>
        <p:spPr>
          <a:xfrm>
            <a:off x="5944320" y="7107120"/>
            <a:ext cx="95832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8" name="CustomShape 23"/>
          <p:cNvSpPr/>
          <p:nvPr/>
        </p:nvSpPr>
        <p:spPr>
          <a:xfrm>
            <a:off x="5328000" y="406944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9" name="CustomShape 24"/>
          <p:cNvSpPr/>
          <p:nvPr/>
        </p:nvSpPr>
        <p:spPr>
          <a:xfrm>
            <a:off x="5328000" y="268308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0" name="CustomShape 25"/>
          <p:cNvSpPr/>
          <p:nvPr/>
        </p:nvSpPr>
        <p:spPr>
          <a:xfrm>
            <a:off x="5328360" y="126108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1" name="CustomShape 26"/>
          <p:cNvSpPr/>
          <p:nvPr/>
        </p:nvSpPr>
        <p:spPr>
          <a:xfrm>
            <a:off x="5328000" y="1101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2" name="Line 27"/>
          <p:cNvSpPr/>
          <p:nvPr/>
        </p:nvSpPr>
        <p:spPr>
          <a:xfrm flipH="1">
            <a:off x="5400000" y="4140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Line 28"/>
          <p:cNvSpPr/>
          <p:nvPr/>
        </p:nvSpPr>
        <p:spPr>
          <a:xfrm flipH="1">
            <a:off x="5400000" y="2772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Line 29"/>
          <p:cNvSpPr/>
          <p:nvPr/>
        </p:nvSpPr>
        <p:spPr>
          <a:xfrm flipH="1">
            <a:off x="5400000" y="1332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CustomShape 30"/>
          <p:cNvSpPr/>
          <p:nvPr/>
        </p:nvSpPr>
        <p:spPr>
          <a:xfrm>
            <a:off x="5759640" y="40687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CustomShape 31"/>
          <p:cNvSpPr/>
          <p:nvPr/>
        </p:nvSpPr>
        <p:spPr>
          <a:xfrm>
            <a:off x="5759640" y="268308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7" name="CustomShape 32"/>
          <p:cNvSpPr/>
          <p:nvPr/>
        </p:nvSpPr>
        <p:spPr>
          <a:xfrm>
            <a:off x="5760000" y="12744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8" name="CustomShape 33"/>
          <p:cNvSpPr/>
          <p:nvPr/>
        </p:nvSpPr>
        <p:spPr>
          <a:xfrm>
            <a:off x="6768000" y="5883480"/>
            <a:ext cx="6645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CustomShape 34"/>
          <p:cNvSpPr/>
          <p:nvPr/>
        </p:nvSpPr>
        <p:spPr>
          <a:xfrm>
            <a:off x="5400000" y="37087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0" name="CustomShape 35"/>
          <p:cNvSpPr/>
          <p:nvPr/>
        </p:nvSpPr>
        <p:spPr>
          <a:xfrm>
            <a:off x="5112000" y="4442400"/>
            <a:ext cx="756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1" name="CustomShape 36"/>
          <p:cNvSpPr/>
          <p:nvPr/>
        </p:nvSpPr>
        <p:spPr>
          <a:xfrm>
            <a:off x="5184000" y="3060720"/>
            <a:ext cx="756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2" name="CustomShape 37"/>
          <p:cNvSpPr/>
          <p:nvPr/>
        </p:nvSpPr>
        <p:spPr>
          <a:xfrm>
            <a:off x="5184000" y="1618560"/>
            <a:ext cx="756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3" name="CustomShape 38"/>
          <p:cNvSpPr/>
          <p:nvPr/>
        </p:nvSpPr>
        <p:spPr>
          <a:xfrm>
            <a:off x="5137920" y="467640"/>
            <a:ext cx="756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0x6000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4" name="CustomShape 39"/>
          <p:cNvSpPr/>
          <p:nvPr/>
        </p:nvSpPr>
        <p:spPr>
          <a:xfrm>
            <a:off x="5400000" y="233676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5" name="CustomShape 40"/>
          <p:cNvSpPr/>
          <p:nvPr/>
        </p:nvSpPr>
        <p:spPr>
          <a:xfrm>
            <a:off x="5400000" y="9007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6" name="CustomShape 41"/>
          <p:cNvSpPr/>
          <p:nvPr/>
        </p:nvSpPr>
        <p:spPr>
          <a:xfrm>
            <a:off x="7703640" y="5040000"/>
            <a:ext cx="2509920" cy="113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pf("In main(),before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pf("\nIn main(),after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7" name="CustomShape 42"/>
          <p:cNvSpPr/>
          <p:nvPr/>
        </p:nvSpPr>
        <p:spPr>
          <a:xfrm>
            <a:off x="7775640" y="3606840"/>
            <a:ext cx="1429920" cy="127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8" name="CustomShape 43"/>
          <p:cNvSpPr/>
          <p:nvPr/>
        </p:nvSpPr>
        <p:spPr>
          <a:xfrm>
            <a:off x="7776000" y="2166840"/>
            <a:ext cx="1429920" cy="127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9" name="CustomShape 44"/>
          <p:cNvSpPr/>
          <p:nvPr/>
        </p:nvSpPr>
        <p:spPr>
          <a:xfrm>
            <a:off x="7776000" y="864000"/>
            <a:ext cx="1429920" cy="127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0" name="Line 45"/>
          <p:cNvSpPr/>
          <p:nvPr/>
        </p:nvSpPr>
        <p:spPr>
          <a:xfrm>
            <a:off x="8712000" y="417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Line 46"/>
          <p:cNvSpPr/>
          <p:nvPr/>
        </p:nvSpPr>
        <p:spPr>
          <a:xfrm flipV="1">
            <a:off x="9792000" y="288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Line 47"/>
          <p:cNvSpPr/>
          <p:nvPr/>
        </p:nvSpPr>
        <p:spPr>
          <a:xfrm flipH="1">
            <a:off x="9216000" y="288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Line 48"/>
          <p:cNvSpPr/>
          <p:nvPr/>
        </p:nvSpPr>
        <p:spPr>
          <a:xfrm flipV="1">
            <a:off x="9792000" y="144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Line 49"/>
          <p:cNvSpPr/>
          <p:nvPr/>
        </p:nvSpPr>
        <p:spPr>
          <a:xfrm flipH="1">
            <a:off x="9216000" y="144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Line 50"/>
          <p:cNvSpPr/>
          <p:nvPr/>
        </p:nvSpPr>
        <p:spPr>
          <a:xfrm>
            <a:off x="8712000" y="273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Line 51"/>
          <p:cNvSpPr/>
          <p:nvPr/>
        </p:nvSpPr>
        <p:spPr>
          <a:xfrm>
            <a:off x="8712000" y="136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Line 52"/>
          <p:cNvSpPr/>
          <p:nvPr/>
        </p:nvSpPr>
        <p:spPr>
          <a:xfrm flipV="1">
            <a:off x="9792000" y="7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Line 53"/>
          <p:cNvSpPr/>
          <p:nvPr/>
        </p:nvSpPr>
        <p:spPr>
          <a:xfrm flipH="1">
            <a:off x="9216000" y="7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Line 54"/>
          <p:cNvSpPr/>
          <p:nvPr/>
        </p:nvSpPr>
        <p:spPr>
          <a:xfrm flipH="1">
            <a:off x="468000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Line 55"/>
          <p:cNvSpPr/>
          <p:nvPr/>
        </p:nvSpPr>
        <p:spPr>
          <a:xfrm>
            <a:off x="468000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Line 56"/>
          <p:cNvSpPr/>
          <p:nvPr/>
        </p:nvSpPr>
        <p:spPr>
          <a:xfrm>
            <a:off x="468000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Line 57"/>
          <p:cNvSpPr/>
          <p:nvPr/>
        </p:nvSpPr>
        <p:spPr>
          <a:xfrm flipH="1">
            <a:off x="468000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Line 58"/>
          <p:cNvSpPr/>
          <p:nvPr/>
        </p:nvSpPr>
        <p:spPr>
          <a:xfrm>
            <a:off x="468000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Line 59"/>
          <p:cNvSpPr/>
          <p:nvPr/>
        </p:nvSpPr>
        <p:spPr>
          <a:xfrm>
            <a:off x="468000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Line 60"/>
          <p:cNvSpPr/>
          <p:nvPr/>
        </p:nvSpPr>
        <p:spPr>
          <a:xfrm flipH="1">
            <a:off x="468000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Line 61"/>
          <p:cNvSpPr/>
          <p:nvPr/>
        </p:nvSpPr>
        <p:spPr>
          <a:xfrm>
            <a:off x="468000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Line 62"/>
          <p:cNvSpPr/>
          <p:nvPr/>
        </p:nvSpPr>
        <p:spPr>
          <a:xfrm>
            <a:off x="468000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Line 63"/>
          <p:cNvSpPr/>
          <p:nvPr/>
        </p:nvSpPr>
        <p:spPr>
          <a:xfrm flipH="1">
            <a:off x="468000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Line 64"/>
          <p:cNvSpPr/>
          <p:nvPr/>
        </p:nvSpPr>
        <p:spPr>
          <a:xfrm>
            <a:off x="468000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Line 65"/>
          <p:cNvSpPr/>
          <p:nvPr/>
        </p:nvSpPr>
        <p:spPr>
          <a:xfrm>
            <a:off x="468000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Line 66"/>
          <p:cNvSpPr/>
          <p:nvPr/>
        </p:nvSpPr>
        <p:spPr>
          <a:xfrm flipH="1">
            <a:off x="468000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Line 67"/>
          <p:cNvSpPr/>
          <p:nvPr/>
        </p:nvSpPr>
        <p:spPr>
          <a:xfrm>
            <a:off x="468000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Line 68"/>
          <p:cNvSpPr/>
          <p:nvPr/>
        </p:nvSpPr>
        <p:spPr>
          <a:xfrm>
            <a:off x="468000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69"/>
          <p:cNvSpPr/>
          <p:nvPr/>
        </p:nvSpPr>
        <p:spPr>
          <a:xfrm>
            <a:off x="9576360" y="48960"/>
            <a:ext cx="451440" cy="64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65" name="CustomShape 70"/>
          <p:cNvSpPr/>
          <p:nvPr/>
        </p:nvSpPr>
        <p:spPr>
          <a:xfrm>
            <a:off x="7769160" y="308160"/>
            <a:ext cx="1861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1"/>
          <p:cNvSpPr/>
          <p:nvPr/>
        </p:nvSpPr>
        <p:spPr>
          <a:xfrm>
            <a:off x="432000" y="288000"/>
            <a:ext cx="99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  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467" name="Line 2"/>
          <p:cNvSpPr/>
          <p:nvPr/>
        </p:nvSpPr>
        <p:spPr>
          <a:xfrm>
            <a:off x="1224000" y="936000"/>
            <a:ext cx="720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CustomShape 3"/>
          <p:cNvSpPr/>
          <p:nvPr/>
        </p:nvSpPr>
        <p:spPr>
          <a:xfrm>
            <a:off x="1944000" y="28872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69" name="CustomShape 4"/>
          <p:cNvSpPr/>
          <p:nvPr/>
        </p:nvSpPr>
        <p:spPr>
          <a:xfrm>
            <a:off x="2016000" y="57672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0" name="CustomShape 5"/>
          <p:cNvSpPr/>
          <p:nvPr/>
        </p:nvSpPr>
        <p:spPr>
          <a:xfrm>
            <a:off x="2069640" y="21672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1" name="Line 6"/>
          <p:cNvSpPr/>
          <p:nvPr/>
        </p:nvSpPr>
        <p:spPr>
          <a:xfrm flipH="1">
            <a:off x="2016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7"/>
          <p:cNvSpPr/>
          <p:nvPr/>
        </p:nvSpPr>
        <p:spPr>
          <a:xfrm>
            <a:off x="2016000" y="9504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3" name="Line 8"/>
          <p:cNvSpPr/>
          <p:nvPr/>
        </p:nvSpPr>
        <p:spPr>
          <a:xfrm flipH="1">
            <a:off x="2016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CustomShape 9"/>
          <p:cNvSpPr/>
          <p:nvPr/>
        </p:nvSpPr>
        <p:spPr>
          <a:xfrm>
            <a:off x="2016000" y="122472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5" name="CustomShape 10"/>
          <p:cNvSpPr/>
          <p:nvPr/>
        </p:nvSpPr>
        <p:spPr>
          <a:xfrm>
            <a:off x="4032000" y="28872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76" name="CustomShape 11"/>
          <p:cNvSpPr/>
          <p:nvPr/>
        </p:nvSpPr>
        <p:spPr>
          <a:xfrm>
            <a:off x="4104000" y="57672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7" name="CustomShape 12"/>
          <p:cNvSpPr/>
          <p:nvPr/>
        </p:nvSpPr>
        <p:spPr>
          <a:xfrm>
            <a:off x="4157640" y="21672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8" name="Line 13"/>
          <p:cNvSpPr/>
          <p:nvPr/>
        </p:nvSpPr>
        <p:spPr>
          <a:xfrm flipH="1">
            <a:off x="4104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14"/>
          <p:cNvSpPr/>
          <p:nvPr/>
        </p:nvSpPr>
        <p:spPr>
          <a:xfrm>
            <a:off x="4104000" y="9504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0" name="Line 15"/>
          <p:cNvSpPr/>
          <p:nvPr/>
        </p:nvSpPr>
        <p:spPr>
          <a:xfrm flipH="1">
            <a:off x="4104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CustomShape 16"/>
          <p:cNvSpPr/>
          <p:nvPr/>
        </p:nvSpPr>
        <p:spPr>
          <a:xfrm>
            <a:off x="4104000" y="122472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2" name="Line 17"/>
          <p:cNvSpPr/>
          <p:nvPr/>
        </p:nvSpPr>
        <p:spPr>
          <a:xfrm>
            <a:off x="3311280" y="864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CustomShape 18"/>
          <p:cNvSpPr/>
          <p:nvPr/>
        </p:nvSpPr>
        <p:spPr>
          <a:xfrm>
            <a:off x="2880000" y="504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4" name="CustomShape 19"/>
          <p:cNvSpPr/>
          <p:nvPr/>
        </p:nvSpPr>
        <p:spPr>
          <a:xfrm>
            <a:off x="2880000" y="1309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5" name="CustomShape 20"/>
          <p:cNvSpPr/>
          <p:nvPr/>
        </p:nvSpPr>
        <p:spPr>
          <a:xfrm>
            <a:off x="4968000" y="445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6" name="CustomShape 21"/>
          <p:cNvSpPr/>
          <p:nvPr/>
        </p:nvSpPr>
        <p:spPr>
          <a:xfrm>
            <a:off x="4968000" y="1296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7" name="CustomShape 22"/>
          <p:cNvSpPr/>
          <p:nvPr/>
        </p:nvSpPr>
        <p:spPr>
          <a:xfrm>
            <a:off x="2952000" y="877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8" name="CustomShape 23"/>
          <p:cNvSpPr/>
          <p:nvPr/>
        </p:nvSpPr>
        <p:spPr>
          <a:xfrm>
            <a:off x="5040000" y="877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9" name="CustomShape 24"/>
          <p:cNvSpPr/>
          <p:nvPr/>
        </p:nvSpPr>
        <p:spPr>
          <a:xfrm>
            <a:off x="6192000" y="288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90" name="CustomShape 25"/>
          <p:cNvSpPr/>
          <p:nvPr/>
        </p:nvSpPr>
        <p:spPr>
          <a:xfrm>
            <a:off x="6264000" y="576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1" name="CustomShape 26"/>
          <p:cNvSpPr/>
          <p:nvPr/>
        </p:nvSpPr>
        <p:spPr>
          <a:xfrm>
            <a:off x="6317640" y="216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2" name="CustomShape 27"/>
          <p:cNvSpPr/>
          <p:nvPr/>
        </p:nvSpPr>
        <p:spPr>
          <a:xfrm>
            <a:off x="7148160" y="432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3" name="Line 28"/>
          <p:cNvSpPr/>
          <p:nvPr/>
        </p:nvSpPr>
        <p:spPr>
          <a:xfrm flipH="1">
            <a:off x="6264000" y="64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CustomShape 29"/>
          <p:cNvSpPr/>
          <p:nvPr/>
        </p:nvSpPr>
        <p:spPr>
          <a:xfrm>
            <a:off x="6264000" y="949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5" name="CustomShape 30"/>
          <p:cNvSpPr/>
          <p:nvPr/>
        </p:nvSpPr>
        <p:spPr>
          <a:xfrm>
            <a:off x="7056000" y="1309680"/>
            <a:ext cx="44676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6" name="CustomShape 31"/>
          <p:cNvSpPr/>
          <p:nvPr/>
        </p:nvSpPr>
        <p:spPr>
          <a:xfrm>
            <a:off x="7252200" y="877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7" name="Line 32"/>
          <p:cNvSpPr/>
          <p:nvPr/>
        </p:nvSpPr>
        <p:spPr>
          <a:xfrm>
            <a:off x="5399280" y="864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CustomShape 33"/>
          <p:cNvSpPr/>
          <p:nvPr/>
        </p:nvSpPr>
        <p:spPr>
          <a:xfrm>
            <a:off x="8352000" y="288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99" name="CustomShape 34"/>
          <p:cNvSpPr/>
          <p:nvPr/>
        </p:nvSpPr>
        <p:spPr>
          <a:xfrm>
            <a:off x="8424000" y="576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0" name="CustomShape 35"/>
          <p:cNvSpPr/>
          <p:nvPr/>
        </p:nvSpPr>
        <p:spPr>
          <a:xfrm>
            <a:off x="8477640" y="216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1" name="Line 36"/>
          <p:cNvSpPr/>
          <p:nvPr/>
        </p:nvSpPr>
        <p:spPr>
          <a:xfrm flipV="1">
            <a:off x="7559280" y="864000"/>
            <a:ext cx="792720" cy="1368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37"/>
          <p:cNvSpPr/>
          <p:nvPr/>
        </p:nvSpPr>
        <p:spPr>
          <a:xfrm>
            <a:off x="8352720" y="2304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3" name="CustomShape 38"/>
          <p:cNvSpPr/>
          <p:nvPr/>
        </p:nvSpPr>
        <p:spPr>
          <a:xfrm>
            <a:off x="8352360" y="2592000"/>
            <a:ext cx="422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4" name="CustomShape 39"/>
          <p:cNvSpPr/>
          <p:nvPr/>
        </p:nvSpPr>
        <p:spPr>
          <a:xfrm>
            <a:off x="8478360" y="2232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5" name="Line 40"/>
          <p:cNvSpPr/>
          <p:nvPr/>
        </p:nvSpPr>
        <p:spPr>
          <a:xfrm flipH="1">
            <a:off x="7558560" y="1296000"/>
            <a:ext cx="720" cy="36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Line 4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Line 42"/>
          <p:cNvSpPr/>
          <p:nvPr/>
        </p:nvSpPr>
        <p:spPr>
          <a:xfrm flipH="1">
            <a:off x="6283080" y="10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CustomShape 43"/>
          <p:cNvSpPr/>
          <p:nvPr/>
        </p:nvSpPr>
        <p:spPr>
          <a:xfrm>
            <a:off x="6192000" y="1296000"/>
            <a:ext cx="42768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9" name="CustomShape 44"/>
          <p:cNvSpPr/>
          <p:nvPr/>
        </p:nvSpPr>
        <p:spPr>
          <a:xfrm>
            <a:off x="6192000" y="2304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0" name="CustomShape 45"/>
          <p:cNvSpPr/>
          <p:nvPr/>
        </p:nvSpPr>
        <p:spPr>
          <a:xfrm>
            <a:off x="6264000" y="2592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1" name="CustomShape 46"/>
          <p:cNvSpPr/>
          <p:nvPr/>
        </p:nvSpPr>
        <p:spPr>
          <a:xfrm>
            <a:off x="6317640" y="2232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2" name="Line 4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CustomShape 48"/>
          <p:cNvSpPr/>
          <p:nvPr/>
        </p:nvSpPr>
        <p:spPr>
          <a:xfrm>
            <a:off x="4045320" y="2304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4" name="CustomShape 49"/>
          <p:cNvSpPr/>
          <p:nvPr/>
        </p:nvSpPr>
        <p:spPr>
          <a:xfrm>
            <a:off x="4117320" y="2592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5" name="CustomShape 50"/>
          <p:cNvSpPr/>
          <p:nvPr/>
        </p:nvSpPr>
        <p:spPr>
          <a:xfrm>
            <a:off x="4170960" y="2232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6" name="CustomShape 51"/>
          <p:cNvSpPr/>
          <p:nvPr/>
        </p:nvSpPr>
        <p:spPr>
          <a:xfrm>
            <a:off x="5001480" y="2448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7" name="Line 52"/>
          <p:cNvSpPr/>
          <p:nvPr/>
        </p:nvSpPr>
        <p:spPr>
          <a:xfrm flipH="1">
            <a:off x="4117320" y="266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CustomShape 53"/>
          <p:cNvSpPr/>
          <p:nvPr/>
        </p:nvSpPr>
        <p:spPr>
          <a:xfrm>
            <a:off x="4117320" y="2965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9" name="CustomShape 54"/>
          <p:cNvSpPr/>
          <p:nvPr/>
        </p:nvSpPr>
        <p:spPr>
          <a:xfrm>
            <a:off x="4896000" y="3325680"/>
            <a:ext cx="46008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0" name="CustomShape 55"/>
          <p:cNvSpPr/>
          <p:nvPr/>
        </p:nvSpPr>
        <p:spPr>
          <a:xfrm>
            <a:off x="5105520" y="2893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1" name="Line 5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Line 57"/>
          <p:cNvSpPr/>
          <p:nvPr/>
        </p:nvSpPr>
        <p:spPr>
          <a:xfrm flipH="1">
            <a:off x="4136400" y="302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CustomShape 58"/>
          <p:cNvSpPr/>
          <p:nvPr/>
        </p:nvSpPr>
        <p:spPr>
          <a:xfrm>
            <a:off x="4045320" y="3325680"/>
            <a:ext cx="44676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4" name="CustomShape 59"/>
          <p:cNvSpPr/>
          <p:nvPr/>
        </p:nvSpPr>
        <p:spPr>
          <a:xfrm>
            <a:off x="6192360" y="6120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5" name="CustomShape 60"/>
          <p:cNvSpPr/>
          <p:nvPr/>
        </p:nvSpPr>
        <p:spPr>
          <a:xfrm>
            <a:off x="6192000" y="6408000"/>
            <a:ext cx="422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6" name="CustomShape 61"/>
          <p:cNvSpPr/>
          <p:nvPr/>
        </p:nvSpPr>
        <p:spPr>
          <a:xfrm>
            <a:off x="6318000" y="6048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7" name="CustomShape 62"/>
          <p:cNvSpPr/>
          <p:nvPr/>
        </p:nvSpPr>
        <p:spPr>
          <a:xfrm>
            <a:off x="6192000" y="424872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8" name="CustomShape 63"/>
          <p:cNvSpPr/>
          <p:nvPr/>
        </p:nvSpPr>
        <p:spPr>
          <a:xfrm>
            <a:off x="6264000" y="453672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9" name="CustomShape 64"/>
          <p:cNvSpPr/>
          <p:nvPr/>
        </p:nvSpPr>
        <p:spPr>
          <a:xfrm>
            <a:off x="6317640" y="417672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0" name="Line 6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Line 6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CustomShape 67"/>
          <p:cNvSpPr/>
          <p:nvPr/>
        </p:nvSpPr>
        <p:spPr>
          <a:xfrm>
            <a:off x="2448000" y="-4284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3" name="CustomShape 68"/>
          <p:cNvSpPr/>
          <p:nvPr/>
        </p:nvSpPr>
        <p:spPr>
          <a:xfrm>
            <a:off x="4559760" y="-3528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4" name="CustomShape 69"/>
          <p:cNvSpPr/>
          <p:nvPr/>
        </p:nvSpPr>
        <p:spPr>
          <a:xfrm>
            <a:off x="6696000" y="-4284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5" name="CustomShape 70"/>
          <p:cNvSpPr/>
          <p:nvPr/>
        </p:nvSpPr>
        <p:spPr>
          <a:xfrm>
            <a:off x="8879760" y="-4284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6" name="CustomShape 71"/>
          <p:cNvSpPr/>
          <p:nvPr/>
        </p:nvSpPr>
        <p:spPr>
          <a:xfrm>
            <a:off x="4559760" y="1973160"/>
            <a:ext cx="615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7" name="CustomShape 72"/>
          <p:cNvSpPr/>
          <p:nvPr/>
        </p:nvSpPr>
        <p:spPr>
          <a:xfrm>
            <a:off x="6696000" y="1973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8" name="CustomShape 73"/>
          <p:cNvSpPr/>
          <p:nvPr/>
        </p:nvSpPr>
        <p:spPr>
          <a:xfrm>
            <a:off x="8879760" y="1973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9" name="CustomShape 74"/>
          <p:cNvSpPr/>
          <p:nvPr/>
        </p:nvSpPr>
        <p:spPr>
          <a:xfrm>
            <a:off x="6719760" y="3917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0" name="CustomShape 75"/>
          <p:cNvSpPr/>
          <p:nvPr/>
        </p:nvSpPr>
        <p:spPr>
          <a:xfrm>
            <a:off x="6719760" y="5789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1" name="Line 76"/>
          <p:cNvSpPr/>
          <p:nvPr/>
        </p:nvSpPr>
        <p:spPr>
          <a:xfrm flipH="1">
            <a:off x="755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Line 77"/>
          <p:cNvSpPr/>
          <p:nvPr/>
        </p:nvSpPr>
        <p:spPr>
          <a:xfrm flipH="1">
            <a:off x="539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Line 78"/>
          <p:cNvSpPr/>
          <p:nvPr/>
        </p:nvSpPr>
        <p:spPr>
          <a:xfrm flipH="1">
            <a:off x="3311280" y="1080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CustomShape 79"/>
          <p:cNvSpPr/>
          <p:nvPr/>
        </p:nvSpPr>
        <p:spPr>
          <a:xfrm>
            <a:off x="144000" y="2160000"/>
            <a:ext cx="3447360" cy="392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void fun(int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  printf("%d  ",n);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45" name="CustomShape 80"/>
          <p:cNvSpPr/>
          <p:nvPr/>
        </p:nvSpPr>
        <p:spPr>
          <a:xfrm>
            <a:off x="9577440" y="147600"/>
            <a:ext cx="452160" cy="64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46" name="Line 8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Line 8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Line 83"/>
          <p:cNvSpPr/>
          <p:nvPr/>
        </p:nvSpPr>
        <p:spPr>
          <a:xfrm>
            <a:off x="37440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Line 84"/>
          <p:cNvSpPr/>
          <p:nvPr/>
        </p:nvSpPr>
        <p:spPr>
          <a:xfrm>
            <a:off x="37440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Line 85"/>
          <p:cNvSpPr/>
          <p:nvPr/>
        </p:nvSpPr>
        <p:spPr>
          <a:xfrm flipH="1">
            <a:off x="331020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Line 86"/>
          <p:cNvSpPr/>
          <p:nvPr/>
        </p:nvSpPr>
        <p:spPr>
          <a:xfrm>
            <a:off x="5761800" y="3312000"/>
            <a:ext cx="360" cy="352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Line 87"/>
          <p:cNvSpPr/>
          <p:nvPr/>
        </p:nvSpPr>
        <p:spPr>
          <a:xfrm>
            <a:off x="5761800" y="6840000"/>
            <a:ext cx="4305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Line 88"/>
          <p:cNvSpPr/>
          <p:nvPr/>
        </p:nvSpPr>
        <p:spPr>
          <a:xfrm flipH="1">
            <a:off x="5328000" y="3312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Line 89"/>
          <p:cNvSpPr/>
          <p:nvPr/>
        </p:nvSpPr>
        <p:spPr>
          <a:xfrm>
            <a:off x="584532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Line 90"/>
          <p:cNvSpPr/>
          <p:nvPr/>
        </p:nvSpPr>
        <p:spPr>
          <a:xfrm>
            <a:off x="584532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Line 91"/>
          <p:cNvSpPr/>
          <p:nvPr/>
        </p:nvSpPr>
        <p:spPr>
          <a:xfrm flipH="1">
            <a:off x="541152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Line 92"/>
          <p:cNvSpPr/>
          <p:nvPr/>
        </p:nvSpPr>
        <p:spPr>
          <a:xfrm>
            <a:off x="80514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Line 93"/>
          <p:cNvSpPr/>
          <p:nvPr/>
        </p:nvSpPr>
        <p:spPr>
          <a:xfrm>
            <a:off x="80514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Line 94"/>
          <p:cNvSpPr/>
          <p:nvPr/>
        </p:nvSpPr>
        <p:spPr>
          <a:xfrm flipH="1">
            <a:off x="7558200" y="1296000"/>
            <a:ext cx="4932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Line 95"/>
          <p:cNvSpPr/>
          <p:nvPr/>
        </p:nvSpPr>
        <p:spPr>
          <a:xfrm>
            <a:off x="5818680" y="2880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Line 96"/>
          <p:cNvSpPr/>
          <p:nvPr/>
        </p:nvSpPr>
        <p:spPr>
          <a:xfrm>
            <a:off x="5818680" y="4680000"/>
            <a:ext cx="373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Line 97"/>
          <p:cNvSpPr/>
          <p:nvPr/>
        </p:nvSpPr>
        <p:spPr>
          <a:xfrm flipH="1">
            <a:off x="5384880" y="2880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432000" y="288000"/>
            <a:ext cx="99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  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564" name="Line 2"/>
          <p:cNvSpPr/>
          <p:nvPr/>
        </p:nvSpPr>
        <p:spPr>
          <a:xfrm>
            <a:off x="1224000" y="936000"/>
            <a:ext cx="720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CustomShape 3"/>
          <p:cNvSpPr/>
          <p:nvPr/>
        </p:nvSpPr>
        <p:spPr>
          <a:xfrm>
            <a:off x="1944000" y="28872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6" name="CustomShape 4"/>
          <p:cNvSpPr/>
          <p:nvPr/>
        </p:nvSpPr>
        <p:spPr>
          <a:xfrm>
            <a:off x="2016000" y="57672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7" name="CustomShape 5"/>
          <p:cNvSpPr/>
          <p:nvPr/>
        </p:nvSpPr>
        <p:spPr>
          <a:xfrm>
            <a:off x="2069640" y="21672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8" name="Line 6"/>
          <p:cNvSpPr/>
          <p:nvPr/>
        </p:nvSpPr>
        <p:spPr>
          <a:xfrm flipH="1">
            <a:off x="2016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CustomShape 7"/>
          <p:cNvSpPr/>
          <p:nvPr/>
        </p:nvSpPr>
        <p:spPr>
          <a:xfrm>
            <a:off x="2016000" y="9504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0" name="Line 8"/>
          <p:cNvSpPr/>
          <p:nvPr/>
        </p:nvSpPr>
        <p:spPr>
          <a:xfrm flipH="1">
            <a:off x="2016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9"/>
          <p:cNvSpPr/>
          <p:nvPr/>
        </p:nvSpPr>
        <p:spPr>
          <a:xfrm>
            <a:off x="2016000" y="122472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2" name="CustomShape 10"/>
          <p:cNvSpPr/>
          <p:nvPr/>
        </p:nvSpPr>
        <p:spPr>
          <a:xfrm>
            <a:off x="4032000" y="28872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3" name="CustomShape 11"/>
          <p:cNvSpPr/>
          <p:nvPr/>
        </p:nvSpPr>
        <p:spPr>
          <a:xfrm>
            <a:off x="4104000" y="57672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4" name="CustomShape 12"/>
          <p:cNvSpPr/>
          <p:nvPr/>
        </p:nvSpPr>
        <p:spPr>
          <a:xfrm>
            <a:off x="4157640" y="21672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5" name="Line 13"/>
          <p:cNvSpPr/>
          <p:nvPr/>
        </p:nvSpPr>
        <p:spPr>
          <a:xfrm flipH="1">
            <a:off x="4104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CustomShape 14"/>
          <p:cNvSpPr/>
          <p:nvPr/>
        </p:nvSpPr>
        <p:spPr>
          <a:xfrm>
            <a:off x="4104000" y="9504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7" name="Line 15"/>
          <p:cNvSpPr/>
          <p:nvPr/>
        </p:nvSpPr>
        <p:spPr>
          <a:xfrm flipH="1">
            <a:off x="4104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CustomShape 16"/>
          <p:cNvSpPr/>
          <p:nvPr/>
        </p:nvSpPr>
        <p:spPr>
          <a:xfrm>
            <a:off x="4104000" y="122472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9" name="Line 17"/>
          <p:cNvSpPr/>
          <p:nvPr/>
        </p:nvSpPr>
        <p:spPr>
          <a:xfrm>
            <a:off x="3311280" y="864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CustomShape 18"/>
          <p:cNvSpPr/>
          <p:nvPr/>
        </p:nvSpPr>
        <p:spPr>
          <a:xfrm>
            <a:off x="2880000" y="504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1" name="CustomShape 19"/>
          <p:cNvSpPr/>
          <p:nvPr/>
        </p:nvSpPr>
        <p:spPr>
          <a:xfrm>
            <a:off x="2880000" y="1309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2" name="CustomShape 20"/>
          <p:cNvSpPr/>
          <p:nvPr/>
        </p:nvSpPr>
        <p:spPr>
          <a:xfrm>
            <a:off x="4968000" y="445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3" name="CustomShape 21"/>
          <p:cNvSpPr/>
          <p:nvPr/>
        </p:nvSpPr>
        <p:spPr>
          <a:xfrm>
            <a:off x="4968000" y="1296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4" name="CustomShape 22"/>
          <p:cNvSpPr/>
          <p:nvPr/>
        </p:nvSpPr>
        <p:spPr>
          <a:xfrm>
            <a:off x="2952000" y="877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5" name="CustomShape 23"/>
          <p:cNvSpPr/>
          <p:nvPr/>
        </p:nvSpPr>
        <p:spPr>
          <a:xfrm>
            <a:off x="5040000" y="877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6" name="CustomShape 24"/>
          <p:cNvSpPr/>
          <p:nvPr/>
        </p:nvSpPr>
        <p:spPr>
          <a:xfrm>
            <a:off x="6192000" y="288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7" name="CustomShape 25"/>
          <p:cNvSpPr/>
          <p:nvPr/>
        </p:nvSpPr>
        <p:spPr>
          <a:xfrm>
            <a:off x="6264000" y="576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8" name="CustomShape 26"/>
          <p:cNvSpPr/>
          <p:nvPr/>
        </p:nvSpPr>
        <p:spPr>
          <a:xfrm>
            <a:off x="6317640" y="216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9" name="CustomShape 27"/>
          <p:cNvSpPr/>
          <p:nvPr/>
        </p:nvSpPr>
        <p:spPr>
          <a:xfrm>
            <a:off x="7148160" y="432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0" name="Line 28"/>
          <p:cNvSpPr/>
          <p:nvPr/>
        </p:nvSpPr>
        <p:spPr>
          <a:xfrm flipH="1">
            <a:off x="6264000" y="64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CustomShape 29"/>
          <p:cNvSpPr/>
          <p:nvPr/>
        </p:nvSpPr>
        <p:spPr>
          <a:xfrm>
            <a:off x="6264000" y="949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2" name="CustomShape 30"/>
          <p:cNvSpPr/>
          <p:nvPr/>
        </p:nvSpPr>
        <p:spPr>
          <a:xfrm>
            <a:off x="7056000" y="1309680"/>
            <a:ext cx="44676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3" name="CustomShape 31"/>
          <p:cNvSpPr/>
          <p:nvPr/>
        </p:nvSpPr>
        <p:spPr>
          <a:xfrm>
            <a:off x="7252200" y="877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4" name="Line 32"/>
          <p:cNvSpPr/>
          <p:nvPr/>
        </p:nvSpPr>
        <p:spPr>
          <a:xfrm>
            <a:off x="5399280" y="864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CustomShape 33"/>
          <p:cNvSpPr/>
          <p:nvPr/>
        </p:nvSpPr>
        <p:spPr>
          <a:xfrm>
            <a:off x="8352000" y="288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6" name="CustomShape 34"/>
          <p:cNvSpPr/>
          <p:nvPr/>
        </p:nvSpPr>
        <p:spPr>
          <a:xfrm>
            <a:off x="8424000" y="576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7" name="CustomShape 35"/>
          <p:cNvSpPr/>
          <p:nvPr/>
        </p:nvSpPr>
        <p:spPr>
          <a:xfrm>
            <a:off x="8477640" y="216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8" name="Line 36"/>
          <p:cNvSpPr/>
          <p:nvPr/>
        </p:nvSpPr>
        <p:spPr>
          <a:xfrm flipV="1">
            <a:off x="7559280" y="864000"/>
            <a:ext cx="792720" cy="1368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Line 37"/>
          <p:cNvSpPr/>
          <p:nvPr/>
        </p:nvSpPr>
        <p:spPr>
          <a:xfrm>
            <a:off x="9000000" y="64800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Line 38"/>
          <p:cNvSpPr/>
          <p:nvPr/>
        </p:nvSpPr>
        <p:spPr>
          <a:xfrm flipH="1">
            <a:off x="9000000" y="64800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CustomShape 39"/>
          <p:cNvSpPr/>
          <p:nvPr/>
        </p:nvSpPr>
        <p:spPr>
          <a:xfrm>
            <a:off x="8352720" y="2304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2" name="CustomShape 40"/>
          <p:cNvSpPr/>
          <p:nvPr/>
        </p:nvSpPr>
        <p:spPr>
          <a:xfrm>
            <a:off x="8352360" y="2592000"/>
            <a:ext cx="422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3" name="CustomShape 41"/>
          <p:cNvSpPr/>
          <p:nvPr/>
        </p:nvSpPr>
        <p:spPr>
          <a:xfrm>
            <a:off x="8478360" y="2232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4" name="Line 42"/>
          <p:cNvSpPr/>
          <p:nvPr/>
        </p:nvSpPr>
        <p:spPr>
          <a:xfrm>
            <a:off x="9000000" y="2664000"/>
            <a:ext cx="576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Line 43"/>
          <p:cNvSpPr/>
          <p:nvPr/>
        </p:nvSpPr>
        <p:spPr>
          <a:xfrm flipH="1">
            <a:off x="900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Line 44"/>
          <p:cNvSpPr/>
          <p:nvPr/>
        </p:nvSpPr>
        <p:spPr>
          <a:xfrm flipH="1">
            <a:off x="7558560" y="1296000"/>
            <a:ext cx="720" cy="36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Line 4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Line 46"/>
          <p:cNvSpPr/>
          <p:nvPr/>
        </p:nvSpPr>
        <p:spPr>
          <a:xfrm flipH="1">
            <a:off x="6283080" y="10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CustomShape 47"/>
          <p:cNvSpPr/>
          <p:nvPr/>
        </p:nvSpPr>
        <p:spPr>
          <a:xfrm>
            <a:off x="6192000" y="1296000"/>
            <a:ext cx="42768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0" name="CustomShape 48"/>
          <p:cNvSpPr/>
          <p:nvPr/>
        </p:nvSpPr>
        <p:spPr>
          <a:xfrm>
            <a:off x="6192000" y="2304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1" name="CustomShape 49"/>
          <p:cNvSpPr/>
          <p:nvPr/>
        </p:nvSpPr>
        <p:spPr>
          <a:xfrm>
            <a:off x="6264000" y="2592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2" name="CustomShape 50"/>
          <p:cNvSpPr/>
          <p:nvPr/>
        </p:nvSpPr>
        <p:spPr>
          <a:xfrm>
            <a:off x="6317640" y="2232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3" name="Line 5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14" name="Line 52"/>
          <p:cNvSpPr/>
          <p:nvPr/>
        </p:nvSpPr>
        <p:spPr>
          <a:xfrm>
            <a:off x="684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5" name="Line 53"/>
          <p:cNvSpPr/>
          <p:nvPr/>
        </p:nvSpPr>
        <p:spPr>
          <a:xfrm flipH="1">
            <a:off x="684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CustomShape 54"/>
          <p:cNvSpPr/>
          <p:nvPr/>
        </p:nvSpPr>
        <p:spPr>
          <a:xfrm>
            <a:off x="4045320" y="2304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7" name="CustomShape 55"/>
          <p:cNvSpPr/>
          <p:nvPr/>
        </p:nvSpPr>
        <p:spPr>
          <a:xfrm>
            <a:off x="4117320" y="259200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8" name="CustomShape 56"/>
          <p:cNvSpPr/>
          <p:nvPr/>
        </p:nvSpPr>
        <p:spPr>
          <a:xfrm>
            <a:off x="4170960" y="2232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9" name="CustomShape 57"/>
          <p:cNvSpPr/>
          <p:nvPr/>
        </p:nvSpPr>
        <p:spPr>
          <a:xfrm>
            <a:off x="5001480" y="244800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0" name="Line 58"/>
          <p:cNvSpPr/>
          <p:nvPr/>
        </p:nvSpPr>
        <p:spPr>
          <a:xfrm flipH="1">
            <a:off x="4117320" y="266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CustomShape 59"/>
          <p:cNvSpPr/>
          <p:nvPr/>
        </p:nvSpPr>
        <p:spPr>
          <a:xfrm>
            <a:off x="4117320" y="2965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2" name="CustomShape 60"/>
          <p:cNvSpPr/>
          <p:nvPr/>
        </p:nvSpPr>
        <p:spPr>
          <a:xfrm>
            <a:off x="4896000" y="3325680"/>
            <a:ext cx="46008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3" name="CustomShape 61"/>
          <p:cNvSpPr/>
          <p:nvPr/>
        </p:nvSpPr>
        <p:spPr>
          <a:xfrm>
            <a:off x="5105520" y="2893680"/>
            <a:ext cx="29844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4" name="Line 6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Line 63"/>
          <p:cNvSpPr/>
          <p:nvPr/>
        </p:nvSpPr>
        <p:spPr>
          <a:xfrm flipH="1">
            <a:off x="4136400" y="302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CustomShape 64"/>
          <p:cNvSpPr/>
          <p:nvPr/>
        </p:nvSpPr>
        <p:spPr>
          <a:xfrm>
            <a:off x="4045320" y="3325680"/>
            <a:ext cx="446760" cy="3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7" name="CustomShape 65"/>
          <p:cNvSpPr/>
          <p:nvPr/>
        </p:nvSpPr>
        <p:spPr>
          <a:xfrm>
            <a:off x="6192360" y="612000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8" name="CustomShape 66"/>
          <p:cNvSpPr/>
          <p:nvPr/>
        </p:nvSpPr>
        <p:spPr>
          <a:xfrm>
            <a:off x="6192000" y="6408000"/>
            <a:ext cx="422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9" name="CustomShape 67"/>
          <p:cNvSpPr/>
          <p:nvPr/>
        </p:nvSpPr>
        <p:spPr>
          <a:xfrm>
            <a:off x="6318000" y="604800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0" name="Line 68"/>
          <p:cNvSpPr/>
          <p:nvPr/>
        </p:nvSpPr>
        <p:spPr>
          <a:xfrm>
            <a:off x="6839640" y="6480000"/>
            <a:ext cx="576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Line 69"/>
          <p:cNvSpPr/>
          <p:nvPr/>
        </p:nvSpPr>
        <p:spPr>
          <a:xfrm flipH="1">
            <a:off x="6839640" y="6480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CustomShape 70"/>
          <p:cNvSpPr/>
          <p:nvPr/>
        </p:nvSpPr>
        <p:spPr>
          <a:xfrm>
            <a:off x="6192000" y="4248720"/>
            <a:ext cx="1358640" cy="1286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3" name="CustomShape 71"/>
          <p:cNvSpPr/>
          <p:nvPr/>
        </p:nvSpPr>
        <p:spPr>
          <a:xfrm>
            <a:off x="6264000" y="4536720"/>
            <a:ext cx="350640" cy="350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4" name="CustomShape 72"/>
          <p:cNvSpPr/>
          <p:nvPr/>
        </p:nvSpPr>
        <p:spPr>
          <a:xfrm>
            <a:off x="6317640" y="4176720"/>
            <a:ext cx="297720" cy="33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5" name="Line 73"/>
          <p:cNvSpPr/>
          <p:nvPr/>
        </p:nvSpPr>
        <p:spPr>
          <a:xfrm>
            <a:off x="6840000" y="460872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Line 74"/>
          <p:cNvSpPr/>
          <p:nvPr/>
        </p:nvSpPr>
        <p:spPr>
          <a:xfrm flipH="1">
            <a:off x="6840000" y="460872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Line 7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Line 7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CustomShape 77"/>
          <p:cNvSpPr/>
          <p:nvPr/>
        </p:nvSpPr>
        <p:spPr>
          <a:xfrm>
            <a:off x="2448000" y="-4284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0" name="CustomShape 78"/>
          <p:cNvSpPr/>
          <p:nvPr/>
        </p:nvSpPr>
        <p:spPr>
          <a:xfrm>
            <a:off x="4559760" y="-3528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1" name="CustomShape 79"/>
          <p:cNvSpPr/>
          <p:nvPr/>
        </p:nvSpPr>
        <p:spPr>
          <a:xfrm>
            <a:off x="6696000" y="-4284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2" name="CustomShape 80"/>
          <p:cNvSpPr/>
          <p:nvPr/>
        </p:nvSpPr>
        <p:spPr>
          <a:xfrm>
            <a:off x="8879760" y="-4284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3" name="CustomShape 81"/>
          <p:cNvSpPr/>
          <p:nvPr/>
        </p:nvSpPr>
        <p:spPr>
          <a:xfrm>
            <a:off x="4559760" y="1973160"/>
            <a:ext cx="615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4" name="CustomShape 82"/>
          <p:cNvSpPr/>
          <p:nvPr/>
        </p:nvSpPr>
        <p:spPr>
          <a:xfrm>
            <a:off x="6696000" y="1973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5" name="CustomShape 83"/>
          <p:cNvSpPr/>
          <p:nvPr/>
        </p:nvSpPr>
        <p:spPr>
          <a:xfrm>
            <a:off x="8879760" y="1973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6" name="CustomShape 84"/>
          <p:cNvSpPr/>
          <p:nvPr/>
        </p:nvSpPr>
        <p:spPr>
          <a:xfrm>
            <a:off x="6719760" y="3917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7" name="CustomShape 85"/>
          <p:cNvSpPr/>
          <p:nvPr/>
        </p:nvSpPr>
        <p:spPr>
          <a:xfrm>
            <a:off x="6719760" y="5789160"/>
            <a:ext cx="32760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8" name="Line 86"/>
          <p:cNvSpPr/>
          <p:nvPr/>
        </p:nvSpPr>
        <p:spPr>
          <a:xfrm flipH="1">
            <a:off x="755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9" name="Line 87"/>
          <p:cNvSpPr/>
          <p:nvPr/>
        </p:nvSpPr>
        <p:spPr>
          <a:xfrm flipH="1">
            <a:off x="539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Line 88"/>
          <p:cNvSpPr/>
          <p:nvPr/>
        </p:nvSpPr>
        <p:spPr>
          <a:xfrm flipH="1">
            <a:off x="3311280" y="1080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CustomShape 89"/>
          <p:cNvSpPr/>
          <p:nvPr/>
        </p:nvSpPr>
        <p:spPr>
          <a:xfrm>
            <a:off x="144000" y="2160000"/>
            <a:ext cx="3447360" cy="392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void fun(int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  printf("%d  ",n);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52" name="CustomShape 90"/>
          <p:cNvSpPr/>
          <p:nvPr/>
        </p:nvSpPr>
        <p:spPr>
          <a:xfrm>
            <a:off x="9577440" y="147600"/>
            <a:ext cx="452160" cy="64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53" name="Line 9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Line 9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Line 93"/>
          <p:cNvSpPr/>
          <p:nvPr/>
        </p:nvSpPr>
        <p:spPr>
          <a:xfrm>
            <a:off x="37440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Line 94"/>
          <p:cNvSpPr/>
          <p:nvPr/>
        </p:nvSpPr>
        <p:spPr>
          <a:xfrm>
            <a:off x="37440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7" name="Line 95"/>
          <p:cNvSpPr/>
          <p:nvPr/>
        </p:nvSpPr>
        <p:spPr>
          <a:xfrm flipH="1">
            <a:off x="331020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Line 96"/>
          <p:cNvSpPr/>
          <p:nvPr/>
        </p:nvSpPr>
        <p:spPr>
          <a:xfrm>
            <a:off x="5761800" y="3312000"/>
            <a:ext cx="360" cy="352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9" name="Line 97"/>
          <p:cNvSpPr/>
          <p:nvPr/>
        </p:nvSpPr>
        <p:spPr>
          <a:xfrm>
            <a:off x="5761800" y="6840000"/>
            <a:ext cx="4305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Line 98"/>
          <p:cNvSpPr/>
          <p:nvPr/>
        </p:nvSpPr>
        <p:spPr>
          <a:xfrm flipH="1">
            <a:off x="5328000" y="3312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Line 99"/>
          <p:cNvSpPr/>
          <p:nvPr/>
        </p:nvSpPr>
        <p:spPr>
          <a:xfrm>
            <a:off x="584532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Line 100"/>
          <p:cNvSpPr/>
          <p:nvPr/>
        </p:nvSpPr>
        <p:spPr>
          <a:xfrm>
            <a:off x="584532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Line 101"/>
          <p:cNvSpPr/>
          <p:nvPr/>
        </p:nvSpPr>
        <p:spPr>
          <a:xfrm flipH="1">
            <a:off x="541152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Line 102"/>
          <p:cNvSpPr/>
          <p:nvPr/>
        </p:nvSpPr>
        <p:spPr>
          <a:xfrm>
            <a:off x="80514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Line 103"/>
          <p:cNvSpPr/>
          <p:nvPr/>
        </p:nvSpPr>
        <p:spPr>
          <a:xfrm>
            <a:off x="80514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6" name="Line 104"/>
          <p:cNvSpPr/>
          <p:nvPr/>
        </p:nvSpPr>
        <p:spPr>
          <a:xfrm flipH="1">
            <a:off x="7558200" y="1296000"/>
            <a:ext cx="4932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Line 105"/>
          <p:cNvSpPr/>
          <p:nvPr/>
        </p:nvSpPr>
        <p:spPr>
          <a:xfrm>
            <a:off x="5818680" y="2880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Line 106"/>
          <p:cNvSpPr/>
          <p:nvPr/>
        </p:nvSpPr>
        <p:spPr>
          <a:xfrm>
            <a:off x="5818680" y="4680000"/>
            <a:ext cx="373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9" name="Line 107"/>
          <p:cNvSpPr/>
          <p:nvPr/>
        </p:nvSpPr>
        <p:spPr>
          <a:xfrm flipH="1">
            <a:off x="5384880" y="2880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CustomShape 1"/>
          <p:cNvSpPr/>
          <p:nvPr/>
        </p:nvSpPr>
        <p:spPr>
          <a:xfrm>
            <a:off x="3600" y="0"/>
            <a:ext cx="4453560" cy="632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fact(int);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n,f;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 = fact(n);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printf("f = %d\n",f);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fact(int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if((n==1)||(n==0))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 1;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 n*fact(n-1);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71" name="CustomShape 2"/>
          <p:cNvSpPr/>
          <p:nvPr/>
        </p:nvSpPr>
        <p:spPr>
          <a:xfrm>
            <a:off x="6696720" y="5463360"/>
            <a:ext cx="637200" cy="290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2" name="CustomShape 3"/>
          <p:cNvSpPr/>
          <p:nvPr/>
        </p:nvSpPr>
        <p:spPr>
          <a:xfrm>
            <a:off x="5040360" y="216000"/>
            <a:ext cx="2725560" cy="6834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CustomShape 4"/>
          <p:cNvSpPr/>
          <p:nvPr/>
        </p:nvSpPr>
        <p:spPr>
          <a:xfrm>
            <a:off x="5112360" y="6268680"/>
            <a:ext cx="2581560" cy="709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4" name="CustomShape 5"/>
          <p:cNvSpPr/>
          <p:nvPr/>
        </p:nvSpPr>
        <p:spPr>
          <a:xfrm>
            <a:off x="5112360" y="4935960"/>
            <a:ext cx="2581560" cy="125028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CustomShape 6"/>
          <p:cNvSpPr/>
          <p:nvPr/>
        </p:nvSpPr>
        <p:spPr>
          <a:xfrm>
            <a:off x="6696360" y="543996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0x1234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6" name="CustomShape 7"/>
          <p:cNvSpPr/>
          <p:nvPr/>
        </p:nvSpPr>
        <p:spPr>
          <a:xfrm>
            <a:off x="6480360" y="515196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7" name="CustomShape 8"/>
          <p:cNvSpPr/>
          <p:nvPr/>
        </p:nvSpPr>
        <p:spPr>
          <a:xfrm>
            <a:off x="5112360" y="355068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CustomShape 9"/>
          <p:cNvSpPr/>
          <p:nvPr/>
        </p:nvSpPr>
        <p:spPr>
          <a:xfrm>
            <a:off x="6552360" y="377388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9" name="CustomShape 10"/>
          <p:cNvSpPr/>
          <p:nvPr/>
        </p:nvSpPr>
        <p:spPr>
          <a:xfrm>
            <a:off x="6768360" y="403668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0" name="CustomShape 11"/>
          <p:cNvSpPr/>
          <p:nvPr/>
        </p:nvSpPr>
        <p:spPr>
          <a:xfrm>
            <a:off x="5112360" y="216468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CustomShape 12"/>
          <p:cNvSpPr/>
          <p:nvPr/>
        </p:nvSpPr>
        <p:spPr>
          <a:xfrm>
            <a:off x="6552360" y="238788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2" name="CustomShape 13"/>
          <p:cNvSpPr/>
          <p:nvPr/>
        </p:nvSpPr>
        <p:spPr>
          <a:xfrm>
            <a:off x="6768360" y="265068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3" name="CustomShape 14"/>
          <p:cNvSpPr/>
          <p:nvPr/>
        </p:nvSpPr>
        <p:spPr>
          <a:xfrm>
            <a:off x="5112360" y="814680"/>
            <a:ext cx="2581560" cy="126756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CustomShape 15"/>
          <p:cNvSpPr/>
          <p:nvPr/>
        </p:nvSpPr>
        <p:spPr>
          <a:xfrm>
            <a:off x="6552360" y="1037880"/>
            <a:ext cx="1141560" cy="2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5" name="CustomShape 16"/>
          <p:cNvSpPr/>
          <p:nvPr/>
        </p:nvSpPr>
        <p:spPr>
          <a:xfrm>
            <a:off x="6768360" y="1300680"/>
            <a:ext cx="709560" cy="277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6" name="CustomShape 17"/>
          <p:cNvSpPr/>
          <p:nvPr/>
        </p:nvSpPr>
        <p:spPr>
          <a:xfrm>
            <a:off x="6912720" y="4517640"/>
            <a:ext cx="7106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7" name="CustomShape 18"/>
          <p:cNvSpPr/>
          <p:nvPr/>
        </p:nvSpPr>
        <p:spPr>
          <a:xfrm>
            <a:off x="6918480" y="3135960"/>
            <a:ext cx="7754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8" name="CustomShape 19"/>
          <p:cNvSpPr/>
          <p:nvPr/>
        </p:nvSpPr>
        <p:spPr>
          <a:xfrm>
            <a:off x="6918480" y="1767960"/>
            <a:ext cx="8474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9" name="CustomShape 20"/>
          <p:cNvSpPr/>
          <p:nvPr/>
        </p:nvSpPr>
        <p:spPr>
          <a:xfrm>
            <a:off x="5944680" y="7073640"/>
            <a:ext cx="958320" cy="33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0" name="CustomShape 21"/>
          <p:cNvSpPr/>
          <p:nvPr/>
        </p:nvSpPr>
        <p:spPr>
          <a:xfrm>
            <a:off x="5328360" y="403596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1" name="CustomShape 22"/>
          <p:cNvSpPr/>
          <p:nvPr/>
        </p:nvSpPr>
        <p:spPr>
          <a:xfrm>
            <a:off x="5328360" y="264960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2" name="CustomShape 23"/>
          <p:cNvSpPr/>
          <p:nvPr/>
        </p:nvSpPr>
        <p:spPr>
          <a:xfrm>
            <a:off x="5328720" y="1227600"/>
            <a:ext cx="421560" cy="3495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3" name="CustomShape 24"/>
          <p:cNvSpPr/>
          <p:nvPr/>
        </p:nvSpPr>
        <p:spPr>
          <a:xfrm>
            <a:off x="5760000" y="403524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4" name="CustomShape 25"/>
          <p:cNvSpPr/>
          <p:nvPr/>
        </p:nvSpPr>
        <p:spPr>
          <a:xfrm>
            <a:off x="6768360" y="5850000"/>
            <a:ext cx="784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5" name="CustomShape 26"/>
          <p:cNvSpPr/>
          <p:nvPr/>
        </p:nvSpPr>
        <p:spPr>
          <a:xfrm>
            <a:off x="5400360" y="367524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6" name="CustomShape 27"/>
          <p:cNvSpPr/>
          <p:nvPr/>
        </p:nvSpPr>
        <p:spPr>
          <a:xfrm>
            <a:off x="5112360" y="4408920"/>
            <a:ext cx="928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7" name="CustomShape 28"/>
          <p:cNvSpPr/>
          <p:nvPr/>
        </p:nvSpPr>
        <p:spPr>
          <a:xfrm>
            <a:off x="5184360" y="3027240"/>
            <a:ext cx="85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8" name="CustomShape 29"/>
          <p:cNvSpPr/>
          <p:nvPr/>
        </p:nvSpPr>
        <p:spPr>
          <a:xfrm>
            <a:off x="5184360" y="1585080"/>
            <a:ext cx="85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9" name="CustomShape 30"/>
          <p:cNvSpPr/>
          <p:nvPr/>
        </p:nvSpPr>
        <p:spPr>
          <a:xfrm>
            <a:off x="5400360" y="230328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0" name="CustomShape 31"/>
          <p:cNvSpPr/>
          <p:nvPr/>
        </p:nvSpPr>
        <p:spPr>
          <a:xfrm>
            <a:off x="5400360" y="86724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1" name="Line 32"/>
          <p:cNvSpPr/>
          <p:nvPr/>
        </p:nvSpPr>
        <p:spPr>
          <a:xfrm flipH="1">
            <a:off x="4680360" y="1694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Line 33"/>
          <p:cNvSpPr/>
          <p:nvPr/>
        </p:nvSpPr>
        <p:spPr>
          <a:xfrm>
            <a:off x="4680360" y="1694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3" name="Line 34"/>
          <p:cNvSpPr/>
          <p:nvPr/>
        </p:nvSpPr>
        <p:spPr>
          <a:xfrm>
            <a:off x="4680360" y="2846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4" name="Line 35"/>
          <p:cNvSpPr/>
          <p:nvPr/>
        </p:nvSpPr>
        <p:spPr>
          <a:xfrm flipH="1">
            <a:off x="4680360" y="4286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5" name="Line 36"/>
          <p:cNvSpPr/>
          <p:nvPr/>
        </p:nvSpPr>
        <p:spPr>
          <a:xfrm>
            <a:off x="4680360" y="4286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Line 37"/>
          <p:cNvSpPr/>
          <p:nvPr/>
        </p:nvSpPr>
        <p:spPr>
          <a:xfrm>
            <a:off x="4680360" y="5438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Line 38"/>
          <p:cNvSpPr/>
          <p:nvPr/>
        </p:nvSpPr>
        <p:spPr>
          <a:xfrm flipH="1">
            <a:off x="4680360" y="2990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Line 39"/>
          <p:cNvSpPr/>
          <p:nvPr/>
        </p:nvSpPr>
        <p:spPr>
          <a:xfrm>
            <a:off x="4680360" y="2990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Line 40"/>
          <p:cNvSpPr/>
          <p:nvPr/>
        </p:nvSpPr>
        <p:spPr>
          <a:xfrm>
            <a:off x="4680360" y="4142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Line 41"/>
          <p:cNvSpPr/>
          <p:nvPr/>
        </p:nvSpPr>
        <p:spPr>
          <a:xfrm flipH="1">
            <a:off x="4680360" y="5582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Line 42"/>
          <p:cNvSpPr/>
          <p:nvPr/>
        </p:nvSpPr>
        <p:spPr>
          <a:xfrm>
            <a:off x="4680360" y="5582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Line 43"/>
          <p:cNvSpPr/>
          <p:nvPr/>
        </p:nvSpPr>
        <p:spPr>
          <a:xfrm>
            <a:off x="4680360" y="6734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CustomShape 44"/>
          <p:cNvSpPr/>
          <p:nvPr/>
        </p:nvSpPr>
        <p:spPr>
          <a:xfrm>
            <a:off x="5328000" y="5400000"/>
            <a:ext cx="425160" cy="3531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4" name="CustomShape 45"/>
          <p:cNvSpPr/>
          <p:nvPr/>
        </p:nvSpPr>
        <p:spPr>
          <a:xfrm>
            <a:off x="5400000" y="50569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5" name="CustomShape 46"/>
          <p:cNvSpPr/>
          <p:nvPr/>
        </p:nvSpPr>
        <p:spPr>
          <a:xfrm>
            <a:off x="5202360" y="5761080"/>
            <a:ext cx="7668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16" name="CustomShape 47"/>
          <p:cNvSpPr/>
          <p:nvPr/>
        </p:nvSpPr>
        <p:spPr>
          <a:xfrm>
            <a:off x="7920000" y="5472000"/>
            <a:ext cx="143316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 = fact(3);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7" name="CustomShape 48"/>
          <p:cNvSpPr/>
          <p:nvPr/>
        </p:nvSpPr>
        <p:spPr>
          <a:xfrm>
            <a:off x="7848000" y="4032000"/>
            <a:ext cx="193716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3*fact(2);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8" name="CustomShape 49"/>
          <p:cNvSpPr/>
          <p:nvPr/>
        </p:nvSpPr>
        <p:spPr>
          <a:xfrm>
            <a:off x="7848000" y="2664000"/>
            <a:ext cx="193716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2*fact(1);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9" name="CustomShape 50"/>
          <p:cNvSpPr/>
          <p:nvPr/>
        </p:nvSpPr>
        <p:spPr>
          <a:xfrm>
            <a:off x="7848000" y="1309680"/>
            <a:ext cx="193716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1;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0" name="CustomShape 51"/>
          <p:cNvSpPr/>
          <p:nvPr/>
        </p:nvSpPr>
        <p:spPr>
          <a:xfrm>
            <a:off x="9504000" y="2949120"/>
            <a:ext cx="137160" cy="7131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CustomShape 52"/>
          <p:cNvSpPr/>
          <p:nvPr/>
        </p:nvSpPr>
        <p:spPr>
          <a:xfrm>
            <a:off x="9504000" y="4374720"/>
            <a:ext cx="137160" cy="7131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2" name="CustomShape 53"/>
          <p:cNvSpPr/>
          <p:nvPr/>
        </p:nvSpPr>
        <p:spPr>
          <a:xfrm>
            <a:off x="9072000" y="5757120"/>
            <a:ext cx="137160" cy="7131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3" name="CustomShape 54"/>
          <p:cNvSpPr/>
          <p:nvPr/>
        </p:nvSpPr>
        <p:spPr>
          <a:xfrm>
            <a:off x="9501120" y="3309120"/>
            <a:ext cx="137160" cy="150660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CustomShape 55"/>
          <p:cNvSpPr/>
          <p:nvPr/>
        </p:nvSpPr>
        <p:spPr>
          <a:xfrm>
            <a:off x="9501120" y="4718880"/>
            <a:ext cx="137160" cy="150660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CustomShape 56"/>
          <p:cNvSpPr/>
          <p:nvPr/>
        </p:nvSpPr>
        <p:spPr>
          <a:xfrm>
            <a:off x="8568000" y="5976000"/>
            <a:ext cx="30024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6" name="CustomShape 57"/>
          <p:cNvSpPr/>
          <p:nvPr/>
        </p:nvSpPr>
        <p:spPr>
          <a:xfrm>
            <a:off x="9000000" y="3059280"/>
            <a:ext cx="30024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7" name="CustomShape 58"/>
          <p:cNvSpPr/>
          <p:nvPr/>
        </p:nvSpPr>
        <p:spPr>
          <a:xfrm>
            <a:off x="8620920" y="3456000"/>
            <a:ext cx="30024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8" name="CustomShape 59"/>
          <p:cNvSpPr/>
          <p:nvPr/>
        </p:nvSpPr>
        <p:spPr>
          <a:xfrm>
            <a:off x="9000000" y="4464000"/>
            <a:ext cx="30024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9" name="CustomShape 60"/>
          <p:cNvSpPr/>
          <p:nvPr/>
        </p:nvSpPr>
        <p:spPr>
          <a:xfrm>
            <a:off x="8620920" y="4896000"/>
            <a:ext cx="300240" cy="339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0" name="CustomShape 61"/>
          <p:cNvSpPr/>
          <p:nvPr/>
        </p:nvSpPr>
        <p:spPr>
          <a:xfrm>
            <a:off x="5904000" y="5400000"/>
            <a:ext cx="425160" cy="35316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1" name="CustomShape 62"/>
          <p:cNvSpPr/>
          <p:nvPr/>
        </p:nvSpPr>
        <p:spPr>
          <a:xfrm>
            <a:off x="5960160" y="505692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2" name="CustomShape 63"/>
          <p:cNvSpPr/>
          <p:nvPr/>
        </p:nvSpPr>
        <p:spPr>
          <a:xfrm>
            <a:off x="5904000" y="5761080"/>
            <a:ext cx="78516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3" name="CustomShape 64"/>
          <p:cNvSpPr/>
          <p:nvPr/>
        </p:nvSpPr>
        <p:spPr>
          <a:xfrm>
            <a:off x="9216000" y="198000"/>
            <a:ext cx="814680" cy="64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10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CustomShape 1"/>
          <p:cNvSpPr/>
          <p:nvPr/>
        </p:nvSpPr>
        <p:spPr>
          <a:xfrm>
            <a:off x="9183240" y="248400"/>
            <a:ext cx="814680" cy="64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35" name="CustomShape 2"/>
          <p:cNvSpPr/>
          <p:nvPr/>
        </p:nvSpPr>
        <p:spPr>
          <a:xfrm>
            <a:off x="720" y="144000"/>
            <a:ext cx="9929160" cy="696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program to find factorial of a given number using recursion function.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fact(int,int);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n,f;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f = fact(n,1);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printf("f = %d\n",f);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int fact(int n,int f)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if(n!=0)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//4!=0,3!=0,2!=0,1!=0,0!=0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        f = f*n;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//f=1*4,f=4*3,f=12*2,f=24*1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        n = n-1;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//n=3,n=2,n=1,n=0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return fact(n,f);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return 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23 }</a:t>
            </a:r>
            <a:endParaRPr b="0" lang="en-IN" sz="20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CustomShape 1"/>
          <p:cNvSpPr/>
          <p:nvPr/>
        </p:nvSpPr>
        <p:spPr>
          <a:xfrm>
            <a:off x="144000" y="72000"/>
            <a:ext cx="9065880" cy="733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progrm to find the sum of digits using recursion fun.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sum(int n,int 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n;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int s = sum(n,0);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printf("s = %d\n",s);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int sum(int n,int s)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if(n!=0)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        s = s+n%10;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        n = n/10;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return sum(n,s);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return s;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7" name="CustomShape 2"/>
          <p:cNvSpPr/>
          <p:nvPr/>
        </p:nvSpPr>
        <p:spPr>
          <a:xfrm>
            <a:off x="9154080" y="299160"/>
            <a:ext cx="814680" cy="64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12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CustomShape 1"/>
          <p:cNvSpPr/>
          <p:nvPr/>
        </p:nvSpPr>
        <p:spPr>
          <a:xfrm>
            <a:off x="72000" y="48240"/>
            <a:ext cx="8561880" cy="721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program to reverse the string using recurion function.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#include&lt;string.h&gt;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void rev_str(char *,int,int);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char s[50];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printf("Enter the string\n");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scanf("%s",s);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rev_str(s,0,strlen(s)-1);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printf("s = %s\n",s);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void rev_str(char *p,int i,int j)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char temp;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if(i&lt;j)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temp = p[i];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        p[i] = p[j];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        p[j] = temp;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        i++, j--;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                rev_str(p,i,j);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23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24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9" name="CustomShape 2"/>
          <p:cNvSpPr/>
          <p:nvPr/>
        </p:nvSpPr>
        <p:spPr>
          <a:xfrm>
            <a:off x="9154080" y="299160"/>
            <a:ext cx="814680" cy="64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13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2026-04-22T12:46:11Z</dcterms:modified>
  <cp:revision>13</cp:revision>
  <dc:subject/>
  <dc:title/>
</cp:coreProperties>
</file>